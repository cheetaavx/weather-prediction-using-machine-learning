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Lst>
  <p:notesMasterIdLst>
    <p:notesMasterId r:id="rId12"/>
  </p:notesMasterIdLst>
  <p:sldIdLst>
    <p:sldId id="256" r:id="rId2"/>
    <p:sldId id="257" r:id="rId3"/>
    <p:sldId id="258" r:id="rId4"/>
    <p:sldId id="259" r:id="rId5"/>
    <p:sldId id="260" r:id="rId6"/>
    <p:sldId id="261" r:id="rId7"/>
    <p:sldId id="297" r:id="rId8"/>
    <p:sldId id="298" r:id="rId9"/>
    <p:sldId id="301" r:id="rId10"/>
    <p:sldId id="275" r:id="rId11"/>
  </p:sldIdLst>
  <p:sldSz cx="9144000" cy="5143500" type="screen16x9"/>
  <p:notesSz cx="6858000" cy="9144000"/>
  <p:embeddedFontLst>
    <p:embeddedFont>
      <p:font typeface="Actor" panose="020B0604020202020204" charset="0"/>
      <p:regular r:id="rId13"/>
    </p:embeddedFont>
    <p:embeddedFont>
      <p:font typeface="Alata" panose="020B0604020202020204" charset="0"/>
      <p:regular r:id="rId14"/>
    </p:embeddedFont>
    <p:embeddedFont>
      <p:font typeface="Bebas Neue" panose="020B0606020202050201" pitchFamily="34" charset="0"/>
      <p:regular r:id="rId15"/>
    </p:embeddedFont>
    <p:embeddedFont>
      <p:font typeface="Darker Grotesque SemiBold" pitchFamily="2" charset="0"/>
      <p:bold r:id="rId16"/>
    </p:embeddedFont>
    <p:embeddedFont>
      <p:font typeface="Lato" panose="020F0502020204030203" pitchFamily="3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21CC700-D4F3-49F1-AA6E-8D71D65732A8}">
  <a:tblStyle styleId="{821CC700-D4F3-49F1-AA6E-8D71D65732A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ed3401ed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ed3401ed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e1d838b627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e1d838b627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e1d838b62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e1d838b62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e207fd22f2_0_25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e207fd22f2_0_25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e1d838b627_4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e1d838b627_4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135c9f142d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2" name="Google Shape;1212;g135c9f142d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2123550"/>
            <a:ext cx="7717500" cy="12801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000">
                <a:solidFill>
                  <a:schemeClr val="dk2"/>
                </a:solidFill>
                <a:latin typeface="Alata"/>
                <a:ea typeface="Alata"/>
                <a:cs typeface="Alata"/>
                <a:sym typeface="Alata"/>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651700" y="3312150"/>
            <a:ext cx="3840600" cy="393600"/>
          </a:xfrm>
          <a:prstGeom prst="rect">
            <a:avLst/>
          </a:prstGeom>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600">
                <a:latin typeface="Actor"/>
                <a:ea typeface="Actor"/>
                <a:cs typeface="Actor"/>
                <a:sym typeface="Actor"/>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31975" y="4457401"/>
            <a:ext cx="9207410" cy="686099"/>
            <a:chOff x="-31975" y="4457401"/>
            <a:chExt cx="9207410" cy="686099"/>
          </a:xfrm>
        </p:grpSpPr>
        <p:sp>
          <p:nvSpPr>
            <p:cNvPr id="12" name="Google Shape;12;p2"/>
            <p:cNvSpPr/>
            <p:nvPr/>
          </p:nvSpPr>
          <p:spPr>
            <a:xfrm>
              <a:off x="-100" y="4686300"/>
              <a:ext cx="9144000" cy="457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3" name="Google Shape;13;p2"/>
            <p:cNvGrpSpPr/>
            <p:nvPr/>
          </p:nvGrpSpPr>
          <p:grpSpPr>
            <a:xfrm>
              <a:off x="-31975" y="4457401"/>
              <a:ext cx="9207410" cy="251791"/>
              <a:chOff x="-100" y="4195375"/>
              <a:chExt cx="9649350" cy="262200"/>
            </a:xfrm>
          </p:grpSpPr>
          <p:sp>
            <p:nvSpPr>
              <p:cNvPr id="14" name="Google Shape;14;p2"/>
              <p:cNvSpPr/>
              <p:nvPr/>
            </p:nvSpPr>
            <p:spPr>
              <a:xfrm>
                <a:off x="-100"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15" name="Google Shape;15;p2"/>
              <p:cNvSpPr/>
              <p:nvPr/>
            </p:nvSpPr>
            <p:spPr>
              <a:xfrm>
                <a:off x="2397925"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16" name="Google Shape;16;p2"/>
              <p:cNvSpPr/>
              <p:nvPr/>
            </p:nvSpPr>
            <p:spPr>
              <a:xfrm>
                <a:off x="4791200"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17" name="Google Shape;17;p2"/>
              <p:cNvSpPr/>
              <p:nvPr/>
            </p:nvSpPr>
            <p:spPr>
              <a:xfrm>
                <a:off x="7189225"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713225" y="2155000"/>
            <a:ext cx="5367000" cy="693300"/>
          </a:xfrm>
          <a:prstGeom prst="rect">
            <a:avLst/>
          </a:prstGeom>
          <a:ln>
            <a:noFill/>
          </a:ln>
        </p:spPr>
        <p:txBody>
          <a:bodyPr spcFirstLastPara="1" wrap="square" lIns="91425" tIns="91425" rIns="91425" bIns="91425" anchor="b"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0" name="Google Shape;20;p3"/>
          <p:cNvSpPr txBox="1">
            <a:spLocks noGrp="1"/>
          </p:cNvSpPr>
          <p:nvPr>
            <p:ph type="title" idx="2" hasCustomPrompt="1"/>
          </p:nvPr>
        </p:nvSpPr>
        <p:spPr>
          <a:xfrm>
            <a:off x="713225" y="768088"/>
            <a:ext cx="1645800" cy="14631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6000"/>
              <a:buNone/>
              <a:defRPr sz="10000">
                <a:solidFill>
                  <a:schemeClr val="accen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1" name="Google Shape;21;p3"/>
          <p:cNvSpPr txBox="1">
            <a:spLocks noGrp="1"/>
          </p:cNvSpPr>
          <p:nvPr>
            <p:ph type="subTitle" idx="1"/>
          </p:nvPr>
        </p:nvSpPr>
        <p:spPr>
          <a:xfrm>
            <a:off x="713225" y="2772100"/>
            <a:ext cx="5367000" cy="4743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2" name="Google Shape;22;p3"/>
          <p:cNvGrpSpPr/>
          <p:nvPr/>
        </p:nvGrpSpPr>
        <p:grpSpPr>
          <a:xfrm>
            <a:off x="-31975" y="4457401"/>
            <a:ext cx="9207410" cy="686099"/>
            <a:chOff x="-31975" y="4457401"/>
            <a:chExt cx="9207410" cy="686099"/>
          </a:xfrm>
        </p:grpSpPr>
        <p:sp>
          <p:nvSpPr>
            <p:cNvPr id="23" name="Google Shape;23;p3"/>
            <p:cNvSpPr/>
            <p:nvPr/>
          </p:nvSpPr>
          <p:spPr>
            <a:xfrm>
              <a:off x="-100" y="4686300"/>
              <a:ext cx="9144000" cy="457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24" name="Google Shape;24;p3"/>
            <p:cNvGrpSpPr/>
            <p:nvPr/>
          </p:nvGrpSpPr>
          <p:grpSpPr>
            <a:xfrm>
              <a:off x="-31975" y="4457401"/>
              <a:ext cx="9207410" cy="251791"/>
              <a:chOff x="-100" y="4195375"/>
              <a:chExt cx="9649350" cy="262200"/>
            </a:xfrm>
          </p:grpSpPr>
          <p:sp>
            <p:nvSpPr>
              <p:cNvPr id="25" name="Google Shape;25;p3"/>
              <p:cNvSpPr/>
              <p:nvPr/>
            </p:nvSpPr>
            <p:spPr>
              <a:xfrm>
                <a:off x="-100"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26" name="Google Shape;26;p3"/>
              <p:cNvSpPr/>
              <p:nvPr/>
            </p:nvSpPr>
            <p:spPr>
              <a:xfrm>
                <a:off x="2397925"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27" name="Google Shape;27;p3"/>
              <p:cNvSpPr/>
              <p:nvPr/>
            </p:nvSpPr>
            <p:spPr>
              <a:xfrm>
                <a:off x="4791200"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28" name="Google Shape;28;p3"/>
              <p:cNvSpPr/>
              <p:nvPr/>
            </p:nvSpPr>
            <p:spPr>
              <a:xfrm>
                <a:off x="7189225"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720000" y="347472"/>
            <a:ext cx="7704000" cy="640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1" name="Google Shape;31;p4"/>
          <p:cNvSpPr txBox="1">
            <a:spLocks noGrp="1"/>
          </p:cNvSpPr>
          <p:nvPr>
            <p:ph type="body" idx="1"/>
          </p:nvPr>
        </p:nvSpPr>
        <p:spPr>
          <a:xfrm>
            <a:off x="720000" y="1152475"/>
            <a:ext cx="7704000" cy="403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Darker Grotesque SemiBold"/>
              <a:buChar char="●"/>
              <a:defRPr/>
            </a:lvl1pPr>
            <a:lvl2pPr marL="914400" lvl="1" indent="-317500" rtl="0">
              <a:lnSpc>
                <a:spcPct val="115000"/>
              </a:lnSpc>
              <a:spcBef>
                <a:spcPts val="0"/>
              </a:spcBef>
              <a:spcAft>
                <a:spcPts val="0"/>
              </a:spcAft>
              <a:buSzPts val="1400"/>
              <a:buChar char="○"/>
              <a:defRPr>
                <a:solidFill>
                  <a:srgbClr val="434343"/>
                </a:solidFill>
              </a:defRPr>
            </a:lvl2pPr>
            <a:lvl3pPr marL="1371600" lvl="2" indent="-317500" rtl="0">
              <a:lnSpc>
                <a:spcPct val="115000"/>
              </a:lnSpc>
              <a:spcBef>
                <a:spcPts val="0"/>
              </a:spcBef>
              <a:spcAft>
                <a:spcPts val="0"/>
              </a:spcAft>
              <a:buSzPts val="1400"/>
              <a:buChar char="■"/>
              <a:defRPr>
                <a:solidFill>
                  <a:srgbClr val="434343"/>
                </a:solidFill>
              </a:defRPr>
            </a:lvl3pPr>
            <a:lvl4pPr marL="1828800" lvl="3" indent="-317500" rtl="0">
              <a:lnSpc>
                <a:spcPct val="115000"/>
              </a:lnSpc>
              <a:spcBef>
                <a:spcPts val="0"/>
              </a:spcBef>
              <a:spcAft>
                <a:spcPts val="0"/>
              </a:spcAft>
              <a:buSzPts val="1400"/>
              <a:buChar char="●"/>
              <a:defRPr>
                <a:solidFill>
                  <a:srgbClr val="434343"/>
                </a:solidFill>
              </a:defRPr>
            </a:lvl4pPr>
            <a:lvl5pPr marL="2286000" lvl="4" indent="-317500" rtl="0">
              <a:lnSpc>
                <a:spcPct val="115000"/>
              </a:lnSpc>
              <a:spcBef>
                <a:spcPts val="0"/>
              </a:spcBef>
              <a:spcAft>
                <a:spcPts val="0"/>
              </a:spcAft>
              <a:buSzPts val="1400"/>
              <a:buChar char="○"/>
              <a:defRPr>
                <a:solidFill>
                  <a:srgbClr val="434343"/>
                </a:solidFill>
              </a:defRPr>
            </a:lvl5pPr>
            <a:lvl6pPr marL="2743200" lvl="5" indent="-317500" rtl="0">
              <a:lnSpc>
                <a:spcPct val="115000"/>
              </a:lnSpc>
              <a:spcBef>
                <a:spcPts val="0"/>
              </a:spcBef>
              <a:spcAft>
                <a:spcPts val="0"/>
              </a:spcAft>
              <a:buSzPts val="1400"/>
              <a:buChar char="■"/>
              <a:defRPr>
                <a:solidFill>
                  <a:srgbClr val="434343"/>
                </a:solidFill>
              </a:defRPr>
            </a:lvl6pPr>
            <a:lvl7pPr marL="3200400" lvl="6" indent="-317500" rtl="0">
              <a:lnSpc>
                <a:spcPct val="115000"/>
              </a:lnSpc>
              <a:spcBef>
                <a:spcPts val="0"/>
              </a:spcBef>
              <a:spcAft>
                <a:spcPts val="0"/>
              </a:spcAft>
              <a:buSzPts val="1400"/>
              <a:buChar char="●"/>
              <a:defRPr>
                <a:solidFill>
                  <a:srgbClr val="434343"/>
                </a:solidFill>
              </a:defRPr>
            </a:lvl7pPr>
            <a:lvl8pPr marL="3657600" lvl="7" indent="-317500" rtl="0">
              <a:lnSpc>
                <a:spcPct val="115000"/>
              </a:lnSpc>
              <a:spcBef>
                <a:spcPts val="0"/>
              </a:spcBef>
              <a:spcAft>
                <a:spcPts val="0"/>
              </a:spcAft>
              <a:buSzPts val="1400"/>
              <a:buChar char="○"/>
              <a:defRPr>
                <a:solidFill>
                  <a:srgbClr val="434343"/>
                </a:solidFill>
              </a:defRPr>
            </a:lvl8pPr>
            <a:lvl9pPr marL="4114800" lvl="8" indent="-317500" rtl="0">
              <a:lnSpc>
                <a:spcPct val="115000"/>
              </a:lnSpc>
              <a:spcBef>
                <a:spcPts val="0"/>
              </a:spcBef>
              <a:spcAft>
                <a:spcPts val="0"/>
              </a:spcAft>
              <a:buSzPts val="1400"/>
              <a:buChar char="■"/>
              <a:defRPr>
                <a:solidFill>
                  <a:srgbClr val="434343"/>
                </a:solidFill>
              </a:defRPr>
            </a:lvl9pPr>
          </a:lstStyle>
          <a:p>
            <a:endParaRPr/>
          </a:p>
        </p:txBody>
      </p:sp>
      <p:grpSp>
        <p:nvGrpSpPr>
          <p:cNvPr id="32" name="Google Shape;32;p4"/>
          <p:cNvGrpSpPr/>
          <p:nvPr/>
        </p:nvGrpSpPr>
        <p:grpSpPr>
          <a:xfrm flipH="1">
            <a:off x="-31975" y="4457401"/>
            <a:ext cx="9207410" cy="686099"/>
            <a:chOff x="-31975" y="4457401"/>
            <a:chExt cx="9207410" cy="686099"/>
          </a:xfrm>
        </p:grpSpPr>
        <p:sp>
          <p:nvSpPr>
            <p:cNvPr id="33" name="Google Shape;33;p4"/>
            <p:cNvSpPr/>
            <p:nvPr/>
          </p:nvSpPr>
          <p:spPr>
            <a:xfrm>
              <a:off x="-100" y="4686300"/>
              <a:ext cx="9144000" cy="457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34" name="Google Shape;34;p4"/>
            <p:cNvGrpSpPr/>
            <p:nvPr/>
          </p:nvGrpSpPr>
          <p:grpSpPr>
            <a:xfrm>
              <a:off x="-31975" y="4457401"/>
              <a:ext cx="9207410" cy="251791"/>
              <a:chOff x="-100" y="4195375"/>
              <a:chExt cx="9649350" cy="262200"/>
            </a:xfrm>
          </p:grpSpPr>
          <p:sp>
            <p:nvSpPr>
              <p:cNvPr id="35" name="Google Shape;35;p4"/>
              <p:cNvSpPr/>
              <p:nvPr/>
            </p:nvSpPr>
            <p:spPr>
              <a:xfrm>
                <a:off x="-100"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36" name="Google Shape;36;p4"/>
              <p:cNvSpPr/>
              <p:nvPr/>
            </p:nvSpPr>
            <p:spPr>
              <a:xfrm>
                <a:off x="2397925"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37" name="Google Shape;37;p4"/>
              <p:cNvSpPr/>
              <p:nvPr/>
            </p:nvSpPr>
            <p:spPr>
              <a:xfrm>
                <a:off x="4791200"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38" name="Google Shape;38;p4"/>
              <p:cNvSpPr/>
              <p:nvPr/>
            </p:nvSpPr>
            <p:spPr>
              <a:xfrm>
                <a:off x="7189225"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1"/>
        <p:cNvGrpSpPr/>
        <p:nvPr/>
      </p:nvGrpSpPr>
      <p:grpSpPr>
        <a:xfrm>
          <a:off x="0" y="0"/>
          <a:ext cx="0" cy="0"/>
          <a:chOff x="0" y="0"/>
          <a:chExt cx="0" cy="0"/>
        </a:xfrm>
      </p:grpSpPr>
      <p:sp>
        <p:nvSpPr>
          <p:cNvPr id="62" name="Google Shape;62;p7"/>
          <p:cNvSpPr txBox="1">
            <a:spLocks noGrp="1"/>
          </p:cNvSpPr>
          <p:nvPr>
            <p:ph type="title"/>
          </p:nvPr>
        </p:nvSpPr>
        <p:spPr>
          <a:xfrm>
            <a:off x="720000" y="539500"/>
            <a:ext cx="3383100" cy="1188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3" name="Google Shape;63;p7"/>
          <p:cNvSpPr txBox="1">
            <a:spLocks noGrp="1"/>
          </p:cNvSpPr>
          <p:nvPr>
            <p:ph type="body" idx="1"/>
          </p:nvPr>
        </p:nvSpPr>
        <p:spPr>
          <a:xfrm>
            <a:off x="725956" y="1715650"/>
            <a:ext cx="3377400" cy="24195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accent2"/>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64" name="Google Shape;64;p7"/>
          <p:cNvSpPr>
            <a:spLocks noGrp="1"/>
          </p:cNvSpPr>
          <p:nvPr>
            <p:ph type="pic" idx="2"/>
          </p:nvPr>
        </p:nvSpPr>
        <p:spPr>
          <a:xfrm>
            <a:off x="4686300" y="539500"/>
            <a:ext cx="3744300" cy="3595800"/>
          </a:xfrm>
          <a:prstGeom prst="roundRect">
            <a:avLst>
              <a:gd name="adj" fmla="val 16667"/>
            </a:avLst>
          </a:prstGeom>
          <a:noFill/>
          <a:ln>
            <a:noFill/>
          </a:ln>
        </p:spPr>
      </p:sp>
      <p:grpSp>
        <p:nvGrpSpPr>
          <p:cNvPr id="65" name="Google Shape;65;p7"/>
          <p:cNvGrpSpPr/>
          <p:nvPr/>
        </p:nvGrpSpPr>
        <p:grpSpPr>
          <a:xfrm flipH="1">
            <a:off x="-31975" y="4457401"/>
            <a:ext cx="9207410" cy="686099"/>
            <a:chOff x="-31975" y="4457401"/>
            <a:chExt cx="9207410" cy="686099"/>
          </a:xfrm>
        </p:grpSpPr>
        <p:sp>
          <p:nvSpPr>
            <p:cNvPr id="66" name="Google Shape;66;p7"/>
            <p:cNvSpPr/>
            <p:nvPr/>
          </p:nvSpPr>
          <p:spPr>
            <a:xfrm>
              <a:off x="-100" y="4686300"/>
              <a:ext cx="9144000" cy="457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67" name="Google Shape;67;p7"/>
            <p:cNvGrpSpPr/>
            <p:nvPr/>
          </p:nvGrpSpPr>
          <p:grpSpPr>
            <a:xfrm>
              <a:off x="-31975" y="4457401"/>
              <a:ext cx="9207410" cy="251791"/>
              <a:chOff x="-100" y="4195375"/>
              <a:chExt cx="9649350" cy="262200"/>
            </a:xfrm>
          </p:grpSpPr>
          <p:sp>
            <p:nvSpPr>
              <p:cNvPr id="68" name="Google Shape;68;p7"/>
              <p:cNvSpPr/>
              <p:nvPr/>
            </p:nvSpPr>
            <p:spPr>
              <a:xfrm>
                <a:off x="-100"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69" name="Google Shape;69;p7"/>
              <p:cNvSpPr/>
              <p:nvPr/>
            </p:nvSpPr>
            <p:spPr>
              <a:xfrm>
                <a:off x="2397925"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70" name="Google Shape;70;p7"/>
              <p:cNvSpPr/>
              <p:nvPr/>
            </p:nvSpPr>
            <p:spPr>
              <a:xfrm>
                <a:off x="4791200"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71" name="Google Shape;71;p7"/>
              <p:cNvSpPr/>
              <p:nvPr/>
            </p:nvSpPr>
            <p:spPr>
              <a:xfrm>
                <a:off x="7189225"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1"/>
        <p:cNvGrpSpPr/>
        <p:nvPr/>
      </p:nvGrpSpPr>
      <p:grpSpPr>
        <a:xfrm>
          <a:off x="0" y="0"/>
          <a:ext cx="0" cy="0"/>
          <a:chOff x="0" y="0"/>
          <a:chExt cx="0" cy="0"/>
        </a:xfrm>
      </p:grpSpPr>
      <p:sp>
        <p:nvSpPr>
          <p:cNvPr id="82" name="Google Shape;82;p9"/>
          <p:cNvSpPr txBox="1">
            <a:spLocks noGrp="1"/>
          </p:cNvSpPr>
          <p:nvPr>
            <p:ph type="subTitle" idx="1"/>
          </p:nvPr>
        </p:nvSpPr>
        <p:spPr>
          <a:xfrm>
            <a:off x="720075" y="1460825"/>
            <a:ext cx="3597000" cy="26031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3" name="Google Shape;83;p9"/>
          <p:cNvSpPr txBox="1">
            <a:spLocks noGrp="1"/>
          </p:cNvSpPr>
          <p:nvPr>
            <p:ph type="subTitle" idx="2"/>
          </p:nvPr>
        </p:nvSpPr>
        <p:spPr>
          <a:xfrm>
            <a:off x="4826935" y="1460825"/>
            <a:ext cx="3597000" cy="26031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84" name="Google Shape;84;p9"/>
          <p:cNvGrpSpPr/>
          <p:nvPr/>
        </p:nvGrpSpPr>
        <p:grpSpPr>
          <a:xfrm flipH="1">
            <a:off x="-31975" y="4457401"/>
            <a:ext cx="9207410" cy="686099"/>
            <a:chOff x="-31975" y="4457401"/>
            <a:chExt cx="9207410" cy="686099"/>
          </a:xfrm>
        </p:grpSpPr>
        <p:sp>
          <p:nvSpPr>
            <p:cNvPr id="85" name="Google Shape;85;p9"/>
            <p:cNvSpPr/>
            <p:nvPr/>
          </p:nvSpPr>
          <p:spPr>
            <a:xfrm>
              <a:off x="-100" y="4686300"/>
              <a:ext cx="9144000" cy="457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86" name="Google Shape;86;p9"/>
            <p:cNvGrpSpPr/>
            <p:nvPr/>
          </p:nvGrpSpPr>
          <p:grpSpPr>
            <a:xfrm>
              <a:off x="-31975" y="4457401"/>
              <a:ext cx="9207410" cy="251791"/>
              <a:chOff x="-100" y="4195375"/>
              <a:chExt cx="9649350" cy="262200"/>
            </a:xfrm>
          </p:grpSpPr>
          <p:sp>
            <p:nvSpPr>
              <p:cNvPr id="87" name="Google Shape;87;p9"/>
              <p:cNvSpPr/>
              <p:nvPr/>
            </p:nvSpPr>
            <p:spPr>
              <a:xfrm>
                <a:off x="-100"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88" name="Google Shape;88;p9"/>
              <p:cNvSpPr/>
              <p:nvPr/>
            </p:nvSpPr>
            <p:spPr>
              <a:xfrm>
                <a:off x="2397925"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89" name="Google Shape;89;p9"/>
              <p:cNvSpPr/>
              <p:nvPr/>
            </p:nvSpPr>
            <p:spPr>
              <a:xfrm>
                <a:off x="4791200"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90" name="Google Shape;90;p9"/>
              <p:cNvSpPr/>
              <p:nvPr/>
            </p:nvSpPr>
            <p:spPr>
              <a:xfrm>
                <a:off x="7189225"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grpSp>
      </p:grpSp>
      <p:sp>
        <p:nvSpPr>
          <p:cNvPr id="91" name="Google Shape;91;p9"/>
          <p:cNvSpPr txBox="1">
            <a:spLocks noGrp="1"/>
          </p:cNvSpPr>
          <p:nvPr>
            <p:ph type="title"/>
          </p:nvPr>
        </p:nvSpPr>
        <p:spPr>
          <a:xfrm>
            <a:off x="720000" y="347472"/>
            <a:ext cx="7704000" cy="640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0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four columns">
  <p:cSld name="BLANK_1_1_1_1_2">
    <p:spTree>
      <p:nvGrpSpPr>
        <p:cNvPr id="1" name="Shape 121"/>
        <p:cNvGrpSpPr/>
        <p:nvPr/>
      </p:nvGrpSpPr>
      <p:grpSpPr>
        <a:xfrm>
          <a:off x="0" y="0"/>
          <a:ext cx="0" cy="0"/>
          <a:chOff x="0" y="0"/>
          <a:chExt cx="0" cy="0"/>
        </a:xfrm>
      </p:grpSpPr>
      <p:sp>
        <p:nvSpPr>
          <p:cNvPr id="122" name="Google Shape;122;p14"/>
          <p:cNvSpPr txBox="1">
            <a:spLocks noGrp="1"/>
          </p:cNvSpPr>
          <p:nvPr>
            <p:ph type="subTitle" idx="1"/>
          </p:nvPr>
        </p:nvSpPr>
        <p:spPr>
          <a:xfrm>
            <a:off x="1282100" y="2023375"/>
            <a:ext cx="2103000" cy="63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3" name="Google Shape;123;p14"/>
          <p:cNvSpPr txBox="1">
            <a:spLocks noGrp="1"/>
          </p:cNvSpPr>
          <p:nvPr>
            <p:ph type="subTitle" idx="2"/>
          </p:nvPr>
        </p:nvSpPr>
        <p:spPr>
          <a:xfrm>
            <a:off x="5406596" y="2023376"/>
            <a:ext cx="2103000" cy="63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4" name="Google Shape;124;p14"/>
          <p:cNvSpPr txBox="1">
            <a:spLocks noGrp="1"/>
          </p:cNvSpPr>
          <p:nvPr>
            <p:ph type="subTitle" idx="3"/>
          </p:nvPr>
        </p:nvSpPr>
        <p:spPr>
          <a:xfrm>
            <a:off x="1282100" y="3272125"/>
            <a:ext cx="2103000" cy="63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5" name="Google Shape;125;p14"/>
          <p:cNvSpPr txBox="1">
            <a:spLocks noGrp="1"/>
          </p:cNvSpPr>
          <p:nvPr>
            <p:ph type="subTitle" idx="4"/>
          </p:nvPr>
        </p:nvSpPr>
        <p:spPr>
          <a:xfrm>
            <a:off x="5406596" y="3272126"/>
            <a:ext cx="2103000" cy="63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6" name="Google Shape;126;p14"/>
          <p:cNvSpPr txBox="1">
            <a:spLocks noGrp="1"/>
          </p:cNvSpPr>
          <p:nvPr>
            <p:ph type="title" hasCustomPrompt="1"/>
          </p:nvPr>
        </p:nvSpPr>
        <p:spPr>
          <a:xfrm>
            <a:off x="720000" y="1699000"/>
            <a:ext cx="733500" cy="548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7" name="Google Shape;127;p14"/>
          <p:cNvSpPr txBox="1">
            <a:spLocks noGrp="1"/>
          </p:cNvSpPr>
          <p:nvPr>
            <p:ph type="title" idx="5" hasCustomPrompt="1"/>
          </p:nvPr>
        </p:nvSpPr>
        <p:spPr>
          <a:xfrm>
            <a:off x="720000" y="2947880"/>
            <a:ext cx="731400" cy="548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8" name="Google Shape;128;p14"/>
          <p:cNvSpPr txBox="1">
            <a:spLocks noGrp="1"/>
          </p:cNvSpPr>
          <p:nvPr>
            <p:ph type="title" idx="6" hasCustomPrompt="1"/>
          </p:nvPr>
        </p:nvSpPr>
        <p:spPr>
          <a:xfrm>
            <a:off x="4844491" y="1700471"/>
            <a:ext cx="731400" cy="5472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9" name="Google Shape;129;p14"/>
          <p:cNvSpPr txBox="1">
            <a:spLocks noGrp="1"/>
          </p:cNvSpPr>
          <p:nvPr>
            <p:ph type="title" idx="7" hasCustomPrompt="1"/>
          </p:nvPr>
        </p:nvSpPr>
        <p:spPr>
          <a:xfrm>
            <a:off x="4844491" y="2947880"/>
            <a:ext cx="731400" cy="548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0" name="Google Shape;130;p14"/>
          <p:cNvSpPr txBox="1">
            <a:spLocks noGrp="1"/>
          </p:cNvSpPr>
          <p:nvPr>
            <p:ph type="subTitle" idx="8"/>
          </p:nvPr>
        </p:nvSpPr>
        <p:spPr>
          <a:xfrm>
            <a:off x="1282100" y="1699000"/>
            <a:ext cx="3017400" cy="5487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Bebas Neue"/>
              <a:buNone/>
              <a:defRPr sz="2400" b="1">
                <a:solidFill>
                  <a:schemeClr val="dk2"/>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31" name="Google Shape;131;p14"/>
          <p:cNvSpPr txBox="1">
            <a:spLocks noGrp="1"/>
          </p:cNvSpPr>
          <p:nvPr>
            <p:ph type="subTitle" idx="9"/>
          </p:nvPr>
        </p:nvSpPr>
        <p:spPr>
          <a:xfrm>
            <a:off x="1282100" y="2947880"/>
            <a:ext cx="3017400" cy="5487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Bebas Neue"/>
              <a:buNone/>
              <a:defRPr sz="2400" b="1">
                <a:solidFill>
                  <a:schemeClr val="dk2"/>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32" name="Google Shape;132;p14"/>
          <p:cNvSpPr txBox="1">
            <a:spLocks noGrp="1"/>
          </p:cNvSpPr>
          <p:nvPr>
            <p:ph type="subTitle" idx="13"/>
          </p:nvPr>
        </p:nvSpPr>
        <p:spPr>
          <a:xfrm>
            <a:off x="5406591" y="1699000"/>
            <a:ext cx="3017400" cy="5487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Bebas Neue"/>
              <a:buNone/>
              <a:defRPr sz="2400" b="1">
                <a:solidFill>
                  <a:schemeClr val="dk2"/>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33" name="Google Shape;133;p14"/>
          <p:cNvSpPr txBox="1">
            <a:spLocks noGrp="1"/>
          </p:cNvSpPr>
          <p:nvPr>
            <p:ph type="subTitle" idx="14"/>
          </p:nvPr>
        </p:nvSpPr>
        <p:spPr>
          <a:xfrm>
            <a:off x="5406591" y="2947880"/>
            <a:ext cx="3017400" cy="5487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Bebas Neue"/>
              <a:buNone/>
              <a:defRPr sz="2400" b="1">
                <a:solidFill>
                  <a:schemeClr val="dk2"/>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134" name="Google Shape;134;p14"/>
          <p:cNvGrpSpPr/>
          <p:nvPr/>
        </p:nvGrpSpPr>
        <p:grpSpPr>
          <a:xfrm>
            <a:off x="-31975" y="4457401"/>
            <a:ext cx="9207410" cy="686099"/>
            <a:chOff x="-31975" y="4457401"/>
            <a:chExt cx="9207410" cy="686099"/>
          </a:xfrm>
        </p:grpSpPr>
        <p:sp>
          <p:nvSpPr>
            <p:cNvPr id="135" name="Google Shape;135;p14"/>
            <p:cNvSpPr/>
            <p:nvPr/>
          </p:nvSpPr>
          <p:spPr>
            <a:xfrm>
              <a:off x="-100" y="4686300"/>
              <a:ext cx="9144000" cy="457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36" name="Google Shape;136;p14"/>
            <p:cNvGrpSpPr/>
            <p:nvPr/>
          </p:nvGrpSpPr>
          <p:grpSpPr>
            <a:xfrm>
              <a:off x="-31975" y="4457401"/>
              <a:ext cx="9207410" cy="251791"/>
              <a:chOff x="-100" y="4195375"/>
              <a:chExt cx="9649350" cy="262200"/>
            </a:xfrm>
          </p:grpSpPr>
          <p:sp>
            <p:nvSpPr>
              <p:cNvPr id="137" name="Google Shape;137;p14"/>
              <p:cNvSpPr/>
              <p:nvPr/>
            </p:nvSpPr>
            <p:spPr>
              <a:xfrm>
                <a:off x="-100"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138" name="Google Shape;138;p14"/>
              <p:cNvSpPr/>
              <p:nvPr/>
            </p:nvSpPr>
            <p:spPr>
              <a:xfrm>
                <a:off x="2397925"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139" name="Google Shape;139;p14"/>
              <p:cNvSpPr/>
              <p:nvPr/>
            </p:nvSpPr>
            <p:spPr>
              <a:xfrm>
                <a:off x="4791200"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140" name="Google Shape;140;p14"/>
              <p:cNvSpPr/>
              <p:nvPr/>
            </p:nvSpPr>
            <p:spPr>
              <a:xfrm>
                <a:off x="7189225"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grpSp>
      </p:grpSp>
      <p:sp>
        <p:nvSpPr>
          <p:cNvPr id="141" name="Google Shape;141;p14"/>
          <p:cNvSpPr txBox="1">
            <a:spLocks noGrp="1"/>
          </p:cNvSpPr>
          <p:nvPr>
            <p:ph type="title" idx="15"/>
          </p:nvPr>
        </p:nvSpPr>
        <p:spPr>
          <a:xfrm>
            <a:off x="720000" y="347472"/>
            <a:ext cx="7704000" cy="640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78"/>
        <p:cNvGrpSpPr/>
        <p:nvPr/>
      </p:nvGrpSpPr>
      <p:grpSpPr>
        <a:xfrm>
          <a:off x="0" y="0"/>
          <a:ext cx="0" cy="0"/>
          <a:chOff x="0" y="0"/>
          <a:chExt cx="0" cy="0"/>
        </a:xfrm>
      </p:grpSpPr>
      <p:sp>
        <p:nvSpPr>
          <p:cNvPr id="179" name="Google Shape;179;p17"/>
          <p:cNvSpPr txBox="1">
            <a:spLocks noGrp="1"/>
          </p:cNvSpPr>
          <p:nvPr>
            <p:ph type="title"/>
          </p:nvPr>
        </p:nvSpPr>
        <p:spPr>
          <a:xfrm>
            <a:off x="2347950" y="539501"/>
            <a:ext cx="4448100" cy="94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0" name="Google Shape;180;p17"/>
          <p:cNvSpPr txBox="1">
            <a:spLocks noGrp="1"/>
          </p:cNvSpPr>
          <p:nvPr>
            <p:ph type="subTitle" idx="1"/>
          </p:nvPr>
        </p:nvSpPr>
        <p:spPr>
          <a:xfrm>
            <a:off x="2347900" y="1369800"/>
            <a:ext cx="4448100" cy="1307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1" name="Google Shape;181;p17"/>
          <p:cNvSpPr txBox="1"/>
          <p:nvPr/>
        </p:nvSpPr>
        <p:spPr>
          <a:xfrm>
            <a:off x="2099100" y="33833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Actor"/>
                <a:ea typeface="Actor"/>
                <a:cs typeface="Actor"/>
                <a:sym typeface="Actor"/>
              </a:rPr>
              <a:t>CREDITS:</a:t>
            </a:r>
            <a:r>
              <a:rPr lang="en" sz="1200">
                <a:solidFill>
                  <a:schemeClr val="dk1"/>
                </a:solidFill>
                <a:latin typeface="Actor"/>
                <a:ea typeface="Actor"/>
                <a:cs typeface="Actor"/>
                <a:sym typeface="Actor"/>
              </a:rPr>
              <a:t> This presentation template was created by </a:t>
            </a:r>
            <a:r>
              <a:rPr lang="en" sz="1200" b="1" u="sng">
                <a:solidFill>
                  <a:schemeClr val="hlink"/>
                </a:solidFill>
                <a:latin typeface="Actor"/>
                <a:ea typeface="Actor"/>
                <a:cs typeface="Actor"/>
                <a:sym typeface="Actor"/>
                <a:hlinkClick r:id="rId2"/>
              </a:rPr>
              <a:t>Slidesgo</a:t>
            </a:r>
            <a:r>
              <a:rPr lang="en" sz="1200">
                <a:solidFill>
                  <a:schemeClr val="dk1"/>
                </a:solidFill>
                <a:latin typeface="Actor"/>
                <a:ea typeface="Actor"/>
                <a:cs typeface="Actor"/>
                <a:sym typeface="Actor"/>
              </a:rPr>
              <a:t>, and includes icons by </a:t>
            </a:r>
            <a:r>
              <a:rPr lang="en" sz="1200" b="1" u="sng">
                <a:solidFill>
                  <a:schemeClr val="dk1"/>
                </a:solidFill>
                <a:latin typeface="Actor"/>
                <a:ea typeface="Actor"/>
                <a:cs typeface="Actor"/>
                <a:sym typeface="Actor"/>
                <a:hlinkClick r:id="rId3">
                  <a:extLst>
                    <a:ext uri="{A12FA001-AC4F-418D-AE19-62706E023703}">
                      <ahyp:hlinkClr xmlns:ahyp="http://schemas.microsoft.com/office/drawing/2018/hyperlinkcolor" val="tx"/>
                    </a:ext>
                  </a:extLst>
                </a:hlinkClick>
              </a:rPr>
              <a:t>Flaticon</a:t>
            </a:r>
            <a:r>
              <a:rPr lang="en" sz="1200">
                <a:solidFill>
                  <a:schemeClr val="dk1"/>
                </a:solidFill>
                <a:latin typeface="Actor"/>
                <a:ea typeface="Actor"/>
                <a:cs typeface="Actor"/>
                <a:sym typeface="Actor"/>
              </a:rPr>
              <a:t>, and infographics &amp; images by </a:t>
            </a:r>
            <a:r>
              <a:rPr lang="en" sz="1200" b="1" u="sng">
                <a:solidFill>
                  <a:schemeClr val="dk1"/>
                </a:solidFill>
                <a:latin typeface="Actor"/>
                <a:ea typeface="Actor"/>
                <a:cs typeface="Actor"/>
                <a:sym typeface="Actor"/>
                <a:hlinkClick r:id="rId4">
                  <a:extLst>
                    <a:ext uri="{A12FA001-AC4F-418D-AE19-62706E023703}">
                      <ahyp:hlinkClr xmlns:ahyp="http://schemas.microsoft.com/office/drawing/2018/hyperlinkcolor" val="tx"/>
                    </a:ext>
                  </a:extLst>
                </a:hlinkClick>
              </a:rPr>
              <a:t>Freepik</a:t>
            </a:r>
            <a:r>
              <a:rPr lang="en" sz="1200" u="sng">
                <a:solidFill>
                  <a:schemeClr val="dk1"/>
                </a:solidFill>
                <a:latin typeface="Actor"/>
                <a:ea typeface="Actor"/>
                <a:cs typeface="Actor"/>
                <a:sym typeface="Actor"/>
              </a:rPr>
              <a:t> </a:t>
            </a:r>
            <a:endParaRPr sz="1200" b="1" u="sng">
              <a:solidFill>
                <a:schemeClr val="dk1"/>
              </a:solidFill>
              <a:latin typeface="Actor"/>
              <a:ea typeface="Actor"/>
              <a:cs typeface="Actor"/>
              <a:sym typeface="Actor"/>
            </a:endParaRPr>
          </a:p>
        </p:txBody>
      </p:sp>
      <p:grpSp>
        <p:nvGrpSpPr>
          <p:cNvPr id="182" name="Google Shape;182;p17"/>
          <p:cNvGrpSpPr/>
          <p:nvPr/>
        </p:nvGrpSpPr>
        <p:grpSpPr>
          <a:xfrm flipH="1">
            <a:off x="-31975" y="4457401"/>
            <a:ext cx="9207410" cy="686099"/>
            <a:chOff x="-31975" y="4457401"/>
            <a:chExt cx="9207410" cy="686099"/>
          </a:xfrm>
        </p:grpSpPr>
        <p:sp>
          <p:nvSpPr>
            <p:cNvPr id="183" name="Google Shape;183;p17"/>
            <p:cNvSpPr/>
            <p:nvPr/>
          </p:nvSpPr>
          <p:spPr>
            <a:xfrm>
              <a:off x="-100" y="4686300"/>
              <a:ext cx="9144000" cy="457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84" name="Google Shape;184;p17"/>
            <p:cNvGrpSpPr/>
            <p:nvPr/>
          </p:nvGrpSpPr>
          <p:grpSpPr>
            <a:xfrm>
              <a:off x="-31975" y="4457401"/>
              <a:ext cx="9207410" cy="251791"/>
              <a:chOff x="-100" y="4195375"/>
              <a:chExt cx="9649350" cy="262200"/>
            </a:xfrm>
          </p:grpSpPr>
          <p:sp>
            <p:nvSpPr>
              <p:cNvPr id="185" name="Google Shape;185;p17"/>
              <p:cNvSpPr/>
              <p:nvPr/>
            </p:nvSpPr>
            <p:spPr>
              <a:xfrm>
                <a:off x="-100"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186" name="Google Shape;186;p17"/>
              <p:cNvSpPr/>
              <p:nvPr/>
            </p:nvSpPr>
            <p:spPr>
              <a:xfrm>
                <a:off x="2397925"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187" name="Google Shape;187;p17"/>
              <p:cNvSpPr/>
              <p:nvPr/>
            </p:nvSpPr>
            <p:spPr>
              <a:xfrm>
                <a:off x="4791200"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188" name="Google Shape;188;p17"/>
              <p:cNvSpPr/>
              <p:nvPr/>
            </p:nvSpPr>
            <p:spPr>
              <a:xfrm>
                <a:off x="7189225"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204"/>
        <p:cNvGrpSpPr/>
        <p:nvPr/>
      </p:nvGrpSpPr>
      <p:grpSpPr>
        <a:xfrm>
          <a:off x="0" y="0"/>
          <a:ext cx="0" cy="0"/>
          <a:chOff x="0" y="0"/>
          <a:chExt cx="0" cy="0"/>
        </a:xfrm>
      </p:grpSpPr>
      <p:grpSp>
        <p:nvGrpSpPr>
          <p:cNvPr id="205" name="Google Shape;205;p19"/>
          <p:cNvGrpSpPr/>
          <p:nvPr/>
        </p:nvGrpSpPr>
        <p:grpSpPr>
          <a:xfrm flipH="1">
            <a:off x="-31975" y="4457401"/>
            <a:ext cx="9207410" cy="686099"/>
            <a:chOff x="-31975" y="4457401"/>
            <a:chExt cx="9207410" cy="686099"/>
          </a:xfrm>
        </p:grpSpPr>
        <p:sp>
          <p:nvSpPr>
            <p:cNvPr id="206" name="Google Shape;206;p19"/>
            <p:cNvSpPr/>
            <p:nvPr/>
          </p:nvSpPr>
          <p:spPr>
            <a:xfrm>
              <a:off x="-100" y="4686300"/>
              <a:ext cx="9144000" cy="457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207" name="Google Shape;207;p19"/>
            <p:cNvGrpSpPr/>
            <p:nvPr/>
          </p:nvGrpSpPr>
          <p:grpSpPr>
            <a:xfrm>
              <a:off x="-31975" y="4457401"/>
              <a:ext cx="9207410" cy="251791"/>
              <a:chOff x="-100" y="4195375"/>
              <a:chExt cx="9649350" cy="262200"/>
            </a:xfrm>
          </p:grpSpPr>
          <p:sp>
            <p:nvSpPr>
              <p:cNvPr id="208" name="Google Shape;208;p19"/>
              <p:cNvSpPr/>
              <p:nvPr/>
            </p:nvSpPr>
            <p:spPr>
              <a:xfrm>
                <a:off x="-100"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209" name="Google Shape;209;p19"/>
              <p:cNvSpPr/>
              <p:nvPr/>
            </p:nvSpPr>
            <p:spPr>
              <a:xfrm>
                <a:off x="2397925"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210" name="Google Shape;210;p19"/>
              <p:cNvSpPr/>
              <p:nvPr/>
            </p:nvSpPr>
            <p:spPr>
              <a:xfrm>
                <a:off x="4791200"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sp>
            <p:nvSpPr>
              <p:cNvPr id="211" name="Google Shape;211;p19"/>
              <p:cNvSpPr/>
              <p:nvPr/>
            </p:nvSpPr>
            <p:spPr>
              <a:xfrm>
                <a:off x="7189225" y="4195375"/>
                <a:ext cx="2460025" cy="262200"/>
              </a:xfrm>
              <a:custGeom>
                <a:avLst/>
                <a:gdLst/>
                <a:ahLst/>
                <a:cxnLst/>
                <a:rect l="l" t="t" r="r" b="b"/>
                <a:pathLst>
                  <a:path w="98401" h="10488" extrusionOk="0">
                    <a:moveTo>
                      <a:pt x="381" y="7628"/>
                    </a:moveTo>
                    <a:lnTo>
                      <a:pt x="2288" y="0"/>
                    </a:lnTo>
                    <a:lnTo>
                      <a:pt x="3242" y="5911"/>
                    </a:lnTo>
                    <a:lnTo>
                      <a:pt x="7628" y="5339"/>
                    </a:lnTo>
                    <a:lnTo>
                      <a:pt x="10107" y="6293"/>
                    </a:lnTo>
                    <a:lnTo>
                      <a:pt x="13540" y="953"/>
                    </a:lnTo>
                    <a:lnTo>
                      <a:pt x="14302" y="6865"/>
                    </a:lnTo>
                    <a:lnTo>
                      <a:pt x="19833" y="4767"/>
                    </a:lnTo>
                    <a:lnTo>
                      <a:pt x="23075" y="5149"/>
                    </a:lnTo>
                    <a:lnTo>
                      <a:pt x="28986" y="1716"/>
                    </a:lnTo>
                    <a:lnTo>
                      <a:pt x="30512" y="6293"/>
                    </a:lnTo>
                    <a:lnTo>
                      <a:pt x="39856" y="762"/>
                    </a:lnTo>
                    <a:lnTo>
                      <a:pt x="37758" y="6293"/>
                    </a:lnTo>
                    <a:lnTo>
                      <a:pt x="41572" y="3242"/>
                    </a:lnTo>
                    <a:lnTo>
                      <a:pt x="43098" y="7056"/>
                    </a:lnTo>
                    <a:lnTo>
                      <a:pt x="43670" y="2097"/>
                    </a:lnTo>
                    <a:lnTo>
                      <a:pt x="44433" y="7818"/>
                    </a:lnTo>
                    <a:lnTo>
                      <a:pt x="51298" y="3242"/>
                    </a:lnTo>
                    <a:lnTo>
                      <a:pt x="48628" y="8390"/>
                    </a:lnTo>
                    <a:lnTo>
                      <a:pt x="59689" y="3814"/>
                    </a:lnTo>
                    <a:lnTo>
                      <a:pt x="67698" y="7628"/>
                    </a:lnTo>
                    <a:lnTo>
                      <a:pt x="71893" y="1525"/>
                    </a:lnTo>
                    <a:lnTo>
                      <a:pt x="70368" y="7628"/>
                    </a:lnTo>
                    <a:lnTo>
                      <a:pt x="74945" y="2479"/>
                    </a:lnTo>
                    <a:lnTo>
                      <a:pt x="74182" y="7818"/>
                    </a:lnTo>
                    <a:lnTo>
                      <a:pt x="78186" y="1144"/>
                    </a:lnTo>
                    <a:lnTo>
                      <a:pt x="81810" y="7818"/>
                    </a:lnTo>
                    <a:lnTo>
                      <a:pt x="85433" y="1716"/>
                    </a:lnTo>
                    <a:lnTo>
                      <a:pt x="86959" y="8390"/>
                    </a:lnTo>
                    <a:lnTo>
                      <a:pt x="93633" y="381"/>
                    </a:lnTo>
                    <a:lnTo>
                      <a:pt x="98401" y="10488"/>
                    </a:lnTo>
                    <a:lnTo>
                      <a:pt x="0" y="10297"/>
                    </a:lnTo>
                  </a:path>
                </a:pathLst>
              </a:custGeom>
              <a:solidFill>
                <a:schemeClr val="dk2"/>
              </a:solidFill>
              <a:ln>
                <a:noFill/>
              </a:ln>
            </p:spPr>
          </p:sp>
        </p:grpSp>
      </p:grpSp>
      <p:grpSp>
        <p:nvGrpSpPr>
          <p:cNvPr id="212" name="Google Shape;212;p19"/>
          <p:cNvGrpSpPr/>
          <p:nvPr/>
        </p:nvGrpSpPr>
        <p:grpSpPr>
          <a:xfrm flipH="1">
            <a:off x="7277385" y="311801"/>
            <a:ext cx="1758662" cy="455389"/>
            <a:chOff x="7050979" y="958825"/>
            <a:chExt cx="1936426" cy="501419"/>
          </a:xfrm>
        </p:grpSpPr>
        <p:grpSp>
          <p:nvGrpSpPr>
            <p:cNvPr id="213" name="Google Shape;213;p19"/>
            <p:cNvGrpSpPr/>
            <p:nvPr/>
          </p:nvGrpSpPr>
          <p:grpSpPr>
            <a:xfrm>
              <a:off x="7509600" y="1178805"/>
              <a:ext cx="1477805" cy="281439"/>
              <a:chOff x="4839550" y="841767"/>
              <a:chExt cx="1477805" cy="281439"/>
            </a:xfrm>
          </p:grpSpPr>
          <p:sp>
            <p:nvSpPr>
              <p:cNvPr id="214" name="Google Shape;214;p19"/>
              <p:cNvSpPr/>
              <p:nvPr/>
            </p:nvSpPr>
            <p:spPr>
              <a:xfrm>
                <a:off x="4839550" y="841767"/>
                <a:ext cx="1477805" cy="281439"/>
              </a:xfrm>
              <a:custGeom>
                <a:avLst/>
                <a:gdLst/>
                <a:ahLst/>
                <a:cxnLst/>
                <a:rect l="l" t="t" r="r" b="b"/>
                <a:pathLst>
                  <a:path w="1477805" h="281439" extrusionOk="0">
                    <a:moveTo>
                      <a:pt x="1477806" y="281440"/>
                    </a:moveTo>
                    <a:lnTo>
                      <a:pt x="0" y="281440"/>
                    </a:lnTo>
                    <a:cubicBezTo>
                      <a:pt x="73483" y="202573"/>
                      <a:pt x="125234" y="182658"/>
                      <a:pt x="159445" y="210333"/>
                    </a:cubicBezTo>
                    <a:cubicBezTo>
                      <a:pt x="281869" y="115963"/>
                      <a:pt x="393814" y="122877"/>
                      <a:pt x="443817" y="188330"/>
                    </a:cubicBezTo>
                    <a:cubicBezTo>
                      <a:pt x="514888" y="-46237"/>
                      <a:pt x="761447" y="-43662"/>
                      <a:pt x="849551" y="97200"/>
                    </a:cubicBezTo>
                    <a:cubicBezTo>
                      <a:pt x="957696" y="-2518"/>
                      <a:pt x="1142260" y="82939"/>
                      <a:pt x="1202941" y="210333"/>
                    </a:cubicBezTo>
                    <a:cubicBezTo>
                      <a:pt x="1285481" y="170864"/>
                      <a:pt x="1381634" y="177490"/>
                      <a:pt x="1477806" y="28144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15" name="Google Shape;215;p19"/>
              <p:cNvSpPr/>
              <p:nvPr/>
            </p:nvSpPr>
            <p:spPr>
              <a:xfrm>
                <a:off x="5979073" y="1048769"/>
                <a:ext cx="65218" cy="51119"/>
              </a:xfrm>
              <a:custGeom>
                <a:avLst/>
                <a:gdLst/>
                <a:ahLst/>
                <a:cxnLst/>
                <a:rect l="l" t="t" r="r" b="b"/>
                <a:pathLst>
                  <a:path w="65218" h="51119" extrusionOk="0">
                    <a:moveTo>
                      <a:pt x="5492" y="51119"/>
                    </a:moveTo>
                    <a:lnTo>
                      <a:pt x="0" y="45916"/>
                    </a:lnTo>
                    <a:cubicBezTo>
                      <a:pt x="24686" y="19843"/>
                      <a:pt x="60159" y="810"/>
                      <a:pt x="61654" y="0"/>
                    </a:cubicBezTo>
                    <a:lnTo>
                      <a:pt x="65219" y="6680"/>
                    </a:lnTo>
                    <a:cubicBezTo>
                      <a:pt x="64858" y="6860"/>
                      <a:pt x="29332" y="25947"/>
                      <a:pt x="5510" y="5111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16" name="Google Shape;216;p19"/>
              <p:cNvSpPr/>
              <p:nvPr/>
            </p:nvSpPr>
            <p:spPr>
              <a:xfrm>
                <a:off x="5685914" y="936950"/>
                <a:ext cx="55009" cy="109459"/>
              </a:xfrm>
              <a:custGeom>
                <a:avLst/>
                <a:gdLst/>
                <a:ahLst/>
                <a:cxnLst/>
                <a:rect l="l" t="t" r="r" b="b"/>
                <a:pathLst>
                  <a:path w="55009" h="109459" extrusionOk="0">
                    <a:moveTo>
                      <a:pt x="47735" y="109460"/>
                    </a:moveTo>
                    <a:cubicBezTo>
                      <a:pt x="33780" y="57620"/>
                      <a:pt x="342" y="4574"/>
                      <a:pt x="0" y="4051"/>
                    </a:cubicBezTo>
                    <a:lnTo>
                      <a:pt x="6374" y="0"/>
                    </a:lnTo>
                    <a:cubicBezTo>
                      <a:pt x="6716" y="540"/>
                      <a:pt x="40749" y="54523"/>
                      <a:pt x="55009" y="107497"/>
                    </a:cubicBezTo>
                    <a:lnTo>
                      <a:pt x="47716" y="10946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17" name="Google Shape;217;p19"/>
              <p:cNvSpPr/>
              <p:nvPr/>
            </p:nvSpPr>
            <p:spPr>
              <a:xfrm rot="-4672513">
                <a:off x="5254718" y="1048913"/>
                <a:ext cx="46609" cy="7561"/>
              </a:xfrm>
              <a:custGeom>
                <a:avLst/>
                <a:gdLst/>
                <a:ahLst/>
                <a:cxnLst/>
                <a:rect l="l" t="t" r="r" b="b"/>
                <a:pathLst>
                  <a:path w="46618" h="7562" extrusionOk="0">
                    <a:moveTo>
                      <a:pt x="0" y="0"/>
                    </a:moveTo>
                    <a:lnTo>
                      <a:pt x="46618" y="0"/>
                    </a:lnTo>
                    <a:lnTo>
                      <a:pt x="46618" y="7562"/>
                    </a:lnTo>
                    <a:lnTo>
                      <a:pt x="0" y="7562"/>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18" name="Google Shape;218;p19"/>
              <p:cNvSpPr/>
              <p:nvPr/>
            </p:nvSpPr>
            <p:spPr>
              <a:xfrm>
                <a:off x="5667188" y="1040531"/>
                <a:ext cx="139170" cy="48751"/>
              </a:xfrm>
              <a:custGeom>
                <a:avLst/>
                <a:gdLst/>
                <a:ahLst/>
                <a:cxnLst/>
                <a:rect l="l" t="t" r="r" b="b"/>
                <a:pathLst>
                  <a:path w="139170" h="48751" extrusionOk="0">
                    <a:moveTo>
                      <a:pt x="5492" y="48734"/>
                    </a:moveTo>
                    <a:lnTo>
                      <a:pt x="0" y="43548"/>
                    </a:lnTo>
                    <a:cubicBezTo>
                      <a:pt x="45448" y="-4547"/>
                      <a:pt x="92264" y="-12848"/>
                      <a:pt x="139170" y="18861"/>
                    </a:cubicBezTo>
                    <a:lnTo>
                      <a:pt x="134938" y="25127"/>
                    </a:lnTo>
                    <a:cubicBezTo>
                      <a:pt x="90950" y="-4619"/>
                      <a:pt x="48617" y="3106"/>
                      <a:pt x="5492" y="4875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19" name="Google Shape;219;p19"/>
              <p:cNvSpPr/>
              <p:nvPr/>
            </p:nvSpPr>
            <p:spPr>
              <a:xfrm>
                <a:off x="4996889" y="1048967"/>
                <a:ext cx="44888" cy="51677"/>
              </a:xfrm>
              <a:custGeom>
                <a:avLst/>
                <a:gdLst/>
                <a:ahLst/>
                <a:cxnLst/>
                <a:rect l="l" t="t" r="r" b="b"/>
                <a:pathLst>
                  <a:path w="44888" h="51677" extrusionOk="0">
                    <a:moveTo>
                      <a:pt x="37867" y="51678"/>
                    </a:moveTo>
                    <a:cubicBezTo>
                      <a:pt x="27117" y="24794"/>
                      <a:pt x="270" y="6446"/>
                      <a:pt x="0" y="6266"/>
                    </a:cubicBezTo>
                    <a:lnTo>
                      <a:pt x="4231" y="0"/>
                    </a:lnTo>
                    <a:cubicBezTo>
                      <a:pt x="5419" y="792"/>
                      <a:pt x="33293" y="19843"/>
                      <a:pt x="44889" y="48869"/>
                    </a:cubicBezTo>
                    <a:lnTo>
                      <a:pt x="37885" y="5167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220" name="Google Shape;220;p19"/>
            <p:cNvGrpSpPr/>
            <p:nvPr/>
          </p:nvGrpSpPr>
          <p:grpSpPr>
            <a:xfrm>
              <a:off x="7050979" y="958825"/>
              <a:ext cx="865216" cy="160193"/>
              <a:chOff x="4616904" y="741537"/>
              <a:chExt cx="865216" cy="160193"/>
            </a:xfrm>
          </p:grpSpPr>
          <p:sp>
            <p:nvSpPr>
              <p:cNvPr id="221" name="Google Shape;221;p19"/>
              <p:cNvSpPr/>
              <p:nvPr/>
            </p:nvSpPr>
            <p:spPr>
              <a:xfrm>
                <a:off x="4616904" y="741537"/>
                <a:ext cx="865216" cy="160193"/>
              </a:xfrm>
              <a:custGeom>
                <a:avLst/>
                <a:gdLst/>
                <a:ahLst/>
                <a:cxnLst/>
                <a:rect l="l" t="t" r="r" b="b"/>
                <a:pathLst>
                  <a:path w="865216" h="160193" extrusionOk="0">
                    <a:moveTo>
                      <a:pt x="0" y="160194"/>
                    </a:moveTo>
                    <a:lnTo>
                      <a:pt x="865217" y="160194"/>
                    </a:lnTo>
                    <a:cubicBezTo>
                      <a:pt x="822199" y="115304"/>
                      <a:pt x="791895" y="103960"/>
                      <a:pt x="771872" y="119716"/>
                    </a:cubicBezTo>
                    <a:cubicBezTo>
                      <a:pt x="700190" y="66003"/>
                      <a:pt x="634647" y="69929"/>
                      <a:pt x="605387" y="107201"/>
                    </a:cubicBezTo>
                    <a:cubicBezTo>
                      <a:pt x="563774" y="-26314"/>
                      <a:pt x="419419" y="-24856"/>
                      <a:pt x="367831" y="55326"/>
                    </a:cubicBezTo>
                    <a:cubicBezTo>
                      <a:pt x="304521" y="-1430"/>
                      <a:pt x="196466" y="47205"/>
                      <a:pt x="160939" y="119716"/>
                    </a:cubicBezTo>
                    <a:cubicBezTo>
                      <a:pt x="112611" y="97244"/>
                      <a:pt x="56324" y="101025"/>
                      <a:pt x="18" y="16019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22" name="Google Shape;222;p19"/>
              <p:cNvSpPr/>
              <p:nvPr/>
            </p:nvSpPr>
            <p:spPr>
              <a:xfrm>
                <a:off x="4776078" y="857903"/>
                <a:ext cx="39974" cy="31708"/>
              </a:xfrm>
              <a:custGeom>
                <a:avLst/>
                <a:gdLst/>
                <a:ahLst/>
                <a:cxnLst/>
                <a:rect l="l" t="t" r="r" b="b"/>
                <a:pathLst>
                  <a:path w="39974" h="31708" extrusionOk="0">
                    <a:moveTo>
                      <a:pt x="34555" y="31709"/>
                    </a:moveTo>
                    <a:cubicBezTo>
                      <a:pt x="20779" y="17556"/>
                      <a:pt x="199" y="6824"/>
                      <a:pt x="0" y="6716"/>
                    </a:cubicBezTo>
                    <a:lnTo>
                      <a:pt x="3476" y="0"/>
                    </a:lnTo>
                    <a:cubicBezTo>
                      <a:pt x="4358" y="450"/>
                      <a:pt x="25353" y="11416"/>
                      <a:pt x="39974" y="26433"/>
                    </a:cubicBezTo>
                    <a:lnTo>
                      <a:pt x="34555" y="3170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23" name="Google Shape;223;p19"/>
              <p:cNvSpPr/>
              <p:nvPr/>
            </p:nvSpPr>
            <p:spPr>
              <a:xfrm>
                <a:off x="4952864" y="794791"/>
                <a:ext cx="35022" cy="63669"/>
              </a:xfrm>
              <a:custGeom>
                <a:avLst/>
                <a:gdLst/>
                <a:ahLst/>
                <a:cxnLst/>
                <a:rect l="l" t="t" r="r" b="b"/>
                <a:pathLst>
                  <a:path w="35022" h="63669" extrusionOk="0">
                    <a:moveTo>
                      <a:pt x="7275" y="63670"/>
                    </a:moveTo>
                    <a:lnTo>
                      <a:pt x="0" y="61653"/>
                    </a:lnTo>
                    <a:cubicBezTo>
                      <a:pt x="8409" y="31259"/>
                      <a:pt x="27874" y="1260"/>
                      <a:pt x="28684" y="0"/>
                    </a:cubicBezTo>
                    <a:lnTo>
                      <a:pt x="35022" y="4141"/>
                    </a:lnTo>
                    <a:cubicBezTo>
                      <a:pt x="34824" y="4447"/>
                      <a:pt x="15377" y="34428"/>
                      <a:pt x="7275" y="6367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24" name="Google Shape;224;p19"/>
              <p:cNvSpPr/>
              <p:nvPr/>
            </p:nvSpPr>
            <p:spPr>
              <a:xfrm rot="-752659">
                <a:off x="5221372" y="848514"/>
                <a:ext cx="7573" cy="26596"/>
              </a:xfrm>
              <a:custGeom>
                <a:avLst/>
                <a:gdLst/>
                <a:ahLst/>
                <a:cxnLst/>
                <a:rect l="l" t="t" r="r" b="b"/>
                <a:pathLst>
                  <a:path w="7562" h="26559" extrusionOk="0">
                    <a:moveTo>
                      <a:pt x="0" y="0"/>
                    </a:moveTo>
                    <a:lnTo>
                      <a:pt x="7563" y="0"/>
                    </a:lnTo>
                    <a:lnTo>
                      <a:pt x="7563" y="26559"/>
                    </a:lnTo>
                    <a:lnTo>
                      <a:pt x="0" y="265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25" name="Google Shape;225;p19"/>
              <p:cNvSpPr/>
              <p:nvPr/>
            </p:nvSpPr>
            <p:spPr>
              <a:xfrm>
                <a:off x="4915248" y="852986"/>
                <a:ext cx="83422" cy="30576"/>
              </a:xfrm>
              <a:custGeom>
                <a:avLst/>
                <a:gdLst/>
                <a:ahLst/>
                <a:cxnLst/>
                <a:rect l="l" t="t" r="r" b="b"/>
                <a:pathLst>
                  <a:path w="83422" h="30576" extrusionOk="0">
                    <a:moveTo>
                      <a:pt x="78003" y="30576"/>
                    </a:moveTo>
                    <a:cubicBezTo>
                      <a:pt x="53353" y="5224"/>
                      <a:pt x="29188" y="884"/>
                      <a:pt x="4142" y="17342"/>
                    </a:cubicBezTo>
                    <a:lnTo>
                      <a:pt x="0" y="11022"/>
                    </a:lnTo>
                    <a:cubicBezTo>
                      <a:pt x="28126" y="-7471"/>
                      <a:pt x="56216" y="-2681"/>
                      <a:pt x="83423" y="25301"/>
                    </a:cubicBezTo>
                    <a:lnTo>
                      <a:pt x="78003" y="3057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26" name="Google Shape;226;p19"/>
              <p:cNvSpPr/>
              <p:nvPr/>
            </p:nvSpPr>
            <p:spPr>
              <a:xfrm>
                <a:off x="5362271" y="858101"/>
                <a:ext cx="28557" cy="31420"/>
              </a:xfrm>
              <a:custGeom>
                <a:avLst/>
                <a:gdLst/>
                <a:ahLst/>
                <a:cxnLst/>
                <a:rect l="l" t="t" r="r" b="b"/>
                <a:pathLst>
                  <a:path w="28557" h="31420" extrusionOk="0">
                    <a:moveTo>
                      <a:pt x="7005" y="31421"/>
                    </a:moveTo>
                    <a:lnTo>
                      <a:pt x="0" y="28558"/>
                    </a:lnTo>
                    <a:cubicBezTo>
                      <a:pt x="6986" y="11578"/>
                      <a:pt x="23696" y="468"/>
                      <a:pt x="24417" y="0"/>
                    </a:cubicBezTo>
                    <a:lnTo>
                      <a:pt x="28558" y="6320"/>
                    </a:lnTo>
                    <a:cubicBezTo>
                      <a:pt x="28396" y="6428"/>
                      <a:pt x="13054" y="16656"/>
                      <a:pt x="6986" y="3142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347472"/>
            <a:ext cx="7717500" cy="640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500"/>
              <a:buFont typeface="Alata"/>
              <a:buNone/>
              <a:defRPr sz="3500" b="1">
                <a:solidFill>
                  <a:schemeClr val="dk2"/>
                </a:solidFill>
                <a:latin typeface="Alata"/>
                <a:ea typeface="Alata"/>
                <a:cs typeface="Alata"/>
                <a:sym typeface="Alata"/>
              </a:defRPr>
            </a:lvl1pPr>
            <a:lvl2pPr lvl="1" rtl="0">
              <a:spcBef>
                <a:spcPts val="0"/>
              </a:spcBef>
              <a:spcAft>
                <a:spcPts val="0"/>
              </a:spcAft>
              <a:buClr>
                <a:schemeClr val="dk2"/>
              </a:buClr>
              <a:buSzPts val="3500"/>
              <a:buFont typeface="Alata"/>
              <a:buNone/>
              <a:defRPr sz="3500" b="1">
                <a:solidFill>
                  <a:schemeClr val="dk2"/>
                </a:solidFill>
                <a:latin typeface="Alata"/>
                <a:ea typeface="Alata"/>
                <a:cs typeface="Alata"/>
                <a:sym typeface="Alata"/>
              </a:defRPr>
            </a:lvl2pPr>
            <a:lvl3pPr lvl="2" rtl="0">
              <a:spcBef>
                <a:spcPts val="0"/>
              </a:spcBef>
              <a:spcAft>
                <a:spcPts val="0"/>
              </a:spcAft>
              <a:buClr>
                <a:schemeClr val="dk2"/>
              </a:buClr>
              <a:buSzPts val="3500"/>
              <a:buFont typeface="Alata"/>
              <a:buNone/>
              <a:defRPr sz="3500" b="1">
                <a:solidFill>
                  <a:schemeClr val="dk2"/>
                </a:solidFill>
                <a:latin typeface="Alata"/>
                <a:ea typeface="Alata"/>
                <a:cs typeface="Alata"/>
                <a:sym typeface="Alata"/>
              </a:defRPr>
            </a:lvl3pPr>
            <a:lvl4pPr lvl="3" rtl="0">
              <a:spcBef>
                <a:spcPts val="0"/>
              </a:spcBef>
              <a:spcAft>
                <a:spcPts val="0"/>
              </a:spcAft>
              <a:buClr>
                <a:schemeClr val="dk2"/>
              </a:buClr>
              <a:buSzPts val="3500"/>
              <a:buFont typeface="Alata"/>
              <a:buNone/>
              <a:defRPr sz="3500" b="1">
                <a:solidFill>
                  <a:schemeClr val="dk2"/>
                </a:solidFill>
                <a:latin typeface="Alata"/>
                <a:ea typeface="Alata"/>
                <a:cs typeface="Alata"/>
                <a:sym typeface="Alata"/>
              </a:defRPr>
            </a:lvl4pPr>
            <a:lvl5pPr lvl="4" rtl="0">
              <a:spcBef>
                <a:spcPts val="0"/>
              </a:spcBef>
              <a:spcAft>
                <a:spcPts val="0"/>
              </a:spcAft>
              <a:buClr>
                <a:schemeClr val="dk2"/>
              </a:buClr>
              <a:buSzPts val="3500"/>
              <a:buFont typeface="Alata"/>
              <a:buNone/>
              <a:defRPr sz="3500" b="1">
                <a:solidFill>
                  <a:schemeClr val="dk2"/>
                </a:solidFill>
                <a:latin typeface="Alata"/>
                <a:ea typeface="Alata"/>
                <a:cs typeface="Alata"/>
                <a:sym typeface="Alata"/>
              </a:defRPr>
            </a:lvl5pPr>
            <a:lvl6pPr lvl="5" rtl="0">
              <a:spcBef>
                <a:spcPts val="0"/>
              </a:spcBef>
              <a:spcAft>
                <a:spcPts val="0"/>
              </a:spcAft>
              <a:buClr>
                <a:schemeClr val="dk2"/>
              </a:buClr>
              <a:buSzPts val="3500"/>
              <a:buFont typeface="Alata"/>
              <a:buNone/>
              <a:defRPr sz="3500" b="1">
                <a:solidFill>
                  <a:schemeClr val="dk2"/>
                </a:solidFill>
                <a:latin typeface="Alata"/>
                <a:ea typeface="Alata"/>
                <a:cs typeface="Alata"/>
                <a:sym typeface="Alata"/>
              </a:defRPr>
            </a:lvl6pPr>
            <a:lvl7pPr lvl="6" rtl="0">
              <a:spcBef>
                <a:spcPts val="0"/>
              </a:spcBef>
              <a:spcAft>
                <a:spcPts val="0"/>
              </a:spcAft>
              <a:buClr>
                <a:schemeClr val="dk2"/>
              </a:buClr>
              <a:buSzPts val="3500"/>
              <a:buFont typeface="Alata"/>
              <a:buNone/>
              <a:defRPr sz="3500" b="1">
                <a:solidFill>
                  <a:schemeClr val="dk2"/>
                </a:solidFill>
                <a:latin typeface="Alata"/>
                <a:ea typeface="Alata"/>
                <a:cs typeface="Alata"/>
                <a:sym typeface="Alata"/>
              </a:defRPr>
            </a:lvl7pPr>
            <a:lvl8pPr lvl="7" rtl="0">
              <a:spcBef>
                <a:spcPts val="0"/>
              </a:spcBef>
              <a:spcAft>
                <a:spcPts val="0"/>
              </a:spcAft>
              <a:buClr>
                <a:schemeClr val="dk2"/>
              </a:buClr>
              <a:buSzPts val="3500"/>
              <a:buFont typeface="Alata"/>
              <a:buNone/>
              <a:defRPr sz="3500" b="1">
                <a:solidFill>
                  <a:schemeClr val="dk2"/>
                </a:solidFill>
                <a:latin typeface="Alata"/>
                <a:ea typeface="Alata"/>
                <a:cs typeface="Alata"/>
                <a:sym typeface="Alata"/>
              </a:defRPr>
            </a:lvl8pPr>
            <a:lvl9pPr lvl="8" rtl="0">
              <a:spcBef>
                <a:spcPts val="0"/>
              </a:spcBef>
              <a:spcAft>
                <a:spcPts val="0"/>
              </a:spcAft>
              <a:buClr>
                <a:schemeClr val="dk2"/>
              </a:buClr>
              <a:buSzPts val="3500"/>
              <a:buFont typeface="Alata"/>
              <a:buNone/>
              <a:defRPr sz="3500" b="1">
                <a:solidFill>
                  <a:schemeClr val="dk2"/>
                </a:solidFill>
                <a:latin typeface="Alata"/>
                <a:ea typeface="Alata"/>
                <a:cs typeface="Alata"/>
                <a:sym typeface="Alata"/>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ctor"/>
              <a:buChar char="●"/>
              <a:defRPr>
                <a:solidFill>
                  <a:schemeClr val="dk1"/>
                </a:solidFill>
                <a:latin typeface="Actor"/>
                <a:ea typeface="Actor"/>
                <a:cs typeface="Actor"/>
                <a:sym typeface="Actor"/>
              </a:defRPr>
            </a:lvl1pPr>
            <a:lvl2pPr marL="914400" lvl="1" indent="-317500">
              <a:lnSpc>
                <a:spcPct val="100000"/>
              </a:lnSpc>
              <a:spcBef>
                <a:spcPts val="0"/>
              </a:spcBef>
              <a:spcAft>
                <a:spcPts val="0"/>
              </a:spcAft>
              <a:buClr>
                <a:schemeClr val="dk1"/>
              </a:buClr>
              <a:buSzPts val="1400"/>
              <a:buFont typeface="Actor"/>
              <a:buChar char="○"/>
              <a:defRPr>
                <a:solidFill>
                  <a:schemeClr val="dk1"/>
                </a:solidFill>
                <a:latin typeface="Actor"/>
                <a:ea typeface="Actor"/>
                <a:cs typeface="Actor"/>
                <a:sym typeface="Actor"/>
              </a:defRPr>
            </a:lvl2pPr>
            <a:lvl3pPr marL="1371600" lvl="2" indent="-317500">
              <a:lnSpc>
                <a:spcPct val="100000"/>
              </a:lnSpc>
              <a:spcBef>
                <a:spcPts val="0"/>
              </a:spcBef>
              <a:spcAft>
                <a:spcPts val="0"/>
              </a:spcAft>
              <a:buClr>
                <a:schemeClr val="dk1"/>
              </a:buClr>
              <a:buSzPts val="1400"/>
              <a:buFont typeface="Actor"/>
              <a:buChar char="■"/>
              <a:defRPr>
                <a:solidFill>
                  <a:schemeClr val="dk1"/>
                </a:solidFill>
                <a:latin typeface="Actor"/>
                <a:ea typeface="Actor"/>
                <a:cs typeface="Actor"/>
                <a:sym typeface="Actor"/>
              </a:defRPr>
            </a:lvl3pPr>
            <a:lvl4pPr marL="1828800" lvl="3" indent="-317500">
              <a:lnSpc>
                <a:spcPct val="100000"/>
              </a:lnSpc>
              <a:spcBef>
                <a:spcPts val="0"/>
              </a:spcBef>
              <a:spcAft>
                <a:spcPts val="0"/>
              </a:spcAft>
              <a:buClr>
                <a:schemeClr val="dk1"/>
              </a:buClr>
              <a:buSzPts val="1400"/>
              <a:buFont typeface="Actor"/>
              <a:buChar char="●"/>
              <a:defRPr>
                <a:solidFill>
                  <a:schemeClr val="dk1"/>
                </a:solidFill>
                <a:latin typeface="Actor"/>
                <a:ea typeface="Actor"/>
                <a:cs typeface="Actor"/>
                <a:sym typeface="Actor"/>
              </a:defRPr>
            </a:lvl4pPr>
            <a:lvl5pPr marL="2286000" lvl="4" indent="-317500">
              <a:lnSpc>
                <a:spcPct val="100000"/>
              </a:lnSpc>
              <a:spcBef>
                <a:spcPts val="0"/>
              </a:spcBef>
              <a:spcAft>
                <a:spcPts val="0"/>
              </a:spcAft>
              <a:buClr>
                <a:schemeClr val="dk1"/>
              </a:buClr>
              <a:buSzPts val="1400"/>
              <a:buFont typeface="Actor"/>
              <a:buChar char="○"/>
              <a:defRPr>
                <a:solidFill>
                  <a:schemeClr val="dk1"/>
                </a:solidFill>
                <a:latin typeface="Actor"/>
                <a:ea typeface="Actor"/>
                <a:cs typeface="Actor"/>
                <a:sym typeface="Actor"/>
              </a:defRPr>
            </a:lvl5pPr>
            <a:lvl6pPr marL="2743200" lvl="5" indent="-317500">
              <a:lnSpc>
                <a:spcPct val="100000"/>
              </a:lnSpc>
              <a:spcBef>
                <a:spcPts val="0"/>
              </a:spcBef>
              <a:spcAft>
                <a:spcPts val="0"/>
              </a:spcAft>
              <a:buClr>
                <a:schemeClr val="dk1"/>
              </a:buClr>
              <a:buSzPts val="1400"/>
              <a:buFont typeface="Actor"/>
              <a:buChar char="■"/>
              <a:defRPr>
                <a:solidFill>
                  <a:schemeClr val="dk1"/>
                </a:solidFill>
                <a:latin typeface="Actor"/>
                <a:ea typeface="Actor"/>
                <a:cs typeface="Actor"/>
                <a:sym typeface="Actor"/>
              </a:defRPr>
            </a:lvl6pPr>
            <a:lvl7pPr marL="3200400" lvl="6" indent="-317500">
              <a:lnSpc>
                <a:spcPct val="100000"/>
              </a:lnSpc>
              <a:spcBef>
                <a:spcPts val="0"/>
              </a:spcBef>
              <a:spcAft>
                <a:spcPts val="0"/>
              </a:spcAft>
              <a:buClr>
                <a:schemeClr val="dk1"/>
              </a:buClr>
              <a:buSzPts val="1400"/>
              <a:buFont typeface="Actor"/>
              <a:buChar char="●"/>
              <a:defRPr>
                <a:solidFill>
                  <a:schemeClr val="dk1"/>
                </a:solidFill>
                <a:latin typeface="Actor"/>
                <a:ea typeface="Actor"/>
                <a:cs typeface="Actor"/>
                <a:sym typeface="Actor"/>
              </a:defRPr>
            </a:lvl7pPr>
            <a:lvl8pPr marL="3657600" lvl="7" indent="-317500">
              <a:lnSpc>
                <a:spcPct val="100000"/>
              </a:lnSpc>
              <a:spcBef>
                <a:spcPts val="0"/>
              </a:spcBef>
              <a:spcAft>
                <a:spcPts val="0"/>
              </a:spcAft>
              <a:buClr>
                <a:schemeClr val="dk1"/>
              </a:buClr>
              <a:buSzPts val="1400"/>
              <a:buFont typeface="Actor"/>
              <a:buChar char="○"/>
              <a:defRPr>
                <a:solidFill>
                  <a:schemeClr val="dk1"/>
                </a:solidFill>
                <a:latin typeface="Actor"/>
                <a:ea typeface="Actor"/>
                <a:cs typeface="Actor"/>
                <a:sym typeface="Actor"/>
              </a:defRPr>
            </a:lvl8pPr>
            <a:lvl9pPr marL="4114800" lvl="8" indent="-317500">
              <a:lnSpc>
                <a:spcPct val="100000"/>
              </a:lnSpc>
              <a:spcBef>
                <a:spcPts val="0"/>
              </a:spcBef>
              <a:spcAft>
                <a:spcPts val="0"/>
              </a:spcAft>
              <a:buClr>
                <a:schemeClr val="dk1"/>
              </a:buClr>
              <a:buSzPts val="1400"/>
              <a:buFont typeface="Actor"/>
              <a:buChar char="■"/>
              <a:defRPr>
                <a:solidFill>
                  <a:schemeClr val="dk1"/>
                </a:solidFill>
                <a:latin typeface="Actor"/>
                <a:ea typeface="Actor"/>
                <a:cs typeface="Actor"/>
                <a:sym typeface="Acto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8" r:id="rId6"/>
    <p:sldLayoutId id="2147483660" r:id="rId7"/>
    <p:sldLayoutId id="2147483663" r:id="rId8"/>
    <p:sldLayoutId id="2147483665"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3"/>
          <p:cNvSpPr txBox="1">
            <a:spLocks noGrp="1"/>
          </p:cNvSpPr>
          <p:nvPr>
            <p:ph type="ctrTitle"/>
          </p:nvPr>
        </p:nvSpPr>
        <p:spPr>
          <a:xfrm>
            <a:off x="713225" y="2123550"/>
            <a:ext cx="7717500" cy="1646745"/>
          </a:xfrm>
          <a:prstGeom prst="rect">
            <a:avLst/>
          </a:prstGeom>
        </p:spPr>
        <p:txBody>
          <a:bodyPr spcFirstLastPara="1" wrap="square" lIns="91425" tIns="91425" rIns="91425" bIns="91425" anchor="b" anchorCtr="0">
            <a:noAutofit/>
          </a:bodyPr>
          <a:lstStyle/>
          <a:p>
            <a:pPr lvl="0"/>
            <a:r>
              <a:rPr lang="en-GB" dirty="0"/>
              <a:t>Weather Prediction Using Machine Learning</a:t>
            </a:r>
            <a:br>
              <a:rPr lang="en-GB" dirty="0"/>
            </a:br>
            <a:endParaRPr dirty="0"/>
          </a:p>
        </p:txBody>
      </p:sp>
      <p:grpSp>
        <p:nvGrpSpPr>
          <p:cNvPr id="239" name="Google Shape;239;p23"/>
          <p:cNvGrpSpPr/>
          <p:nvPr/>
        </p:nvGrpSpPr>
        <p:grpSpPr>
          <a:xfrm flipH="1">
            <a:off x="3260843" y="807975"/>
            <a:ext cx="2622313" cy="924033"/>
            <a:chOff x="3100417" y="3374005"/>
            <a:chExt cx="1927888" cy="679336"/>
          </a:xfrm>
        </p:grpSpPr>
        <p:sp>
          <p:nvSpPr>
            <p:cNvPr id="240" name="Google Shape;240;p23"/>
            <p:cNvSpPr/>
            <p:nvPr/>
          </p:nvSpPr>
          <p:spPr>
            <a:xfrm>
              <a:off x="3550500" y="3572267"/>
              <a:ext cx="1477805" cy="281439"/>
            </a:xfrm>
            <a:custGeom>
              <a:avLst/>
              <a:gdLst/>
              <a:ahLst/>
              <a:cxnLst/>
              <a:rect l="l" t="t" r="r" b="b"/>
              <a:pathLst>
                <a:path w="1477805" h="281439" extrusionOk="0">
                  <a:moveTo>
                    <a:pt x="1477806" y="281440"/>
                  </a:moveTo>
                  <a:lnTo>
                    <a:pt x="0" y="281440"/>
                  </a:lnTo>
                  <a:cubicBezTo>
                    <a:pt x="73483" y="202573"/>
                    <a:pt x="125234" y="182658"/>
                    <a:pt x="159445" y="210333"/>
                  </a:cubicBezTo>
                  <a:cubicBezTo>
                    <a:pt x="281869" y="115963"/>
                    <a:pt x="393814" y="122877"/>
                    <a:pt x="443817" y="188330"/>
                  </a:cubicBezTo>
                  <a:cubicBezTo>
                    <a:pt x="514888" y="-46237"/>
                    <a:pt x="761447" y="-43662"/>
                    <a:pt x="849551" y="97200"/>
                  </a:cubicBezTo>
                  <a:cubicBezTo>
                    <a:pt x="957696" y="-2518"/>
                    <a:pt x="1142260" y="82939"/>
                    <a:pt x="1202941" y="210333"/>
                  </a:cubicBezTo>
                  <a:cubicBezTo>
                    <a:pt x="1285481" y="170864"/>
                    <a:pt x="1381634" y="177490"/>
                    <a:pt x="1477806" y="28144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41" name="Google Shape;241;p23"/>
            <p:cNvSpPr/>
            <p:nvPr/>
          </p:nvSpPr>
          <p:spPr>
            <a:xfrm>
              <a:off x="4690023" y="3779269"/>
              <a:ext cx="65218" cy="51119"/>
            </a:xfrm>
            <a:custGeom>
              <a:avLst/>
              <a:gdLst/>
              <a:ahLst/>
              <a:cxnLst/>
              <a:rect l="l" t="t" r="r" b="b"/>
              <a:pathLst>
                <a:path w="65218" h="51119" extrusionOk="0">
                  <a:moveTo>
                    <a:pt x="5492" y="51119"/>
                  </a:moveTo>
                  <a:lnTo>
                    <a:pt x="0" y="45916"/>
                  </a:lnTo>
                  <a:cubicBezTo>
                    <a:pt x="24686" y="19843"/>
                    <a:pt x="60159" y="810"/>
                    <a:pt x="61654" y="0"/>
                  </a:cubicBezTo>
                  <a:lnTo>
                    <a:pt x="65219" y="6680"/>
                  </a:lnTo>
                  <a:cubicBezTo>
                    <a:pt x="64858" y="6860"/>
                    <a:pt x="29332" y="25947"/>
                    <a:pt x="5510" y="5111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42" name="Google Shape;242;p23"/>
            <p:cNvSpPr/>
            <p:nvPr/>
          </p:nvSpPr>
          <p:spPr>
            <a:xfrm>
              <a:off x="4396864" y="3667450"/>
              <a:ext cx="55009" cy="109459"/>
            </a:xfrm>
            <a:custGeom>
              <a:avLst/>
              <a:gdLst/>
              <a:ahLst/>
              <a:cxnLst/>
              <a:rect l="l" t="t" r="r" b="b"/>
              <a:pathLst>
                <a:path w="55009" h="109459" extrusionOk="0">
                  <a:moveTo>
                    <a:pt x="47735" y="109460"/>
                  </a:moveTo>
                  <a:cubicBezTo>
                    <a:pt x="33780" y="57620"/>
                    <a:pt x="342" y="4574"/>
                    <a:pt x="0" y="4051"/>
                  </a:cubicBezTo>
                  <a:lnTo>
                    <a:pt x="6374" y="0"/>
                  </a:lnTo>
                  <a:cubicBezTo>
                    <a:pt x="6716" y="540"/>
                    <a:pt x="40749" y="54523"/>
                    <a:pt x="55009" y="107497"/>
                  </a:cubicBezTo>
                  <a:lnTo>
                    <a:pt x="47716" y="10946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43" name="Google Shape;243;p23"/>
            <p:cNvSpPr/>
            <p:nvPr/>
          </p:nvSpPr>
          <p:spPr>
            <a:xfrm rot="-4672513">
              <a:off x="3965668" y="3779413"/>
              <a:ext cx="46609" cy="7561"/>
            </a:xfrm>
            <a:custGeom>
              <a:avLst/>
              <a:gdLst/>
              <a:ahLst/>
              <a:cxnLst/>
              <a:rect l="l" t="t" r="r" b="b"/>
              <a:pathLst>
                <a:path w="46618" h="7562" extrusionOk="0">
                  <a:moveTo>
                    <a:pt x="0" y="0"/>
                  </a:moveTo>
                  <a:lnTo>
                    <a:pt x="46618" y="0"/>
                  </a:lnTo>
                  <a:lnTo>
                    <a:pt x="46618" y="7562"/>
                  </a:lnTo>
                  <a:lnTo>
                    <a:pt x="0" y="7562"/>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44" name="Google Shape;244;p23"/>
            <p:cNvSpPr/>
            <p:nvPr/>
          </p:nvSpPr>
          <p:spPr>
            <a:xfrm>
              <a:off x="4378138" y="3771031"/>
              <a:ext cx="139170" cy="48751"/>
            </a:xfrm>
            <a:custGeom>
              <a:avLst/>
              <a:gdLst/>
              <a:ahLst/>
              <a:cxnLst/>
              <a:rect l="l" t="t" r="r" b="b"/>
              <a:pathLst>
                <a:path w="139170" h="48751" extrusionOk="0">
                  <a:moveTo>
                    <a:pt x="5492" y="48734"/>
                  </a:moveTo>
                  <a:lnTo>
                    <a:pt x="0" y="43548"/>
                  </a:lnTo>
                  <a:cubicBezTo>
                    <a:pt x="45448" y="-4547"/>
                    <a:pt x="92264" y="-12848"/>
                    <a:pt x="139170" y="18861"/>
                  </a:cubicBezTo>
                  <a:lnTo>
                    <a:pt x="134938" y="25127"/>
                  </a:lnTo>
                  <a:cubicBezTo>
                    <a:pt x="90950" y="-4619"/>
                    <a:pt x="48617" y="3106"/>
                    <a:pt x="5492" y="4875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45" name="Google Shape;245;p23"/>
            <p:cNvSpPr/>
            <p:nvPr/>
          </p:nvSpPr>
          <p:spPr>
            <a:xfrm>
              <a:off x="3707839" y="3779467"/>
              <a:ext cx="44888" cy="51677"/>
            </a:xfrm>
            <a:custGeom>
              <a:avLst/>
              <a:gdLst/>
              <a:ahLst/>
              <a:cxnLst/>
              <a:rect l="l" t="t" r="r" b="b"/>
              <a:pathLst>
                <a:path w="44888" h="51677" extrusionOk="0">
                  <a:moveTo>
                    <a:pt x="37867" y="51678"/>
                  </a:moveTo>
                  <a:cubicBezTo>
                    <a:pt x="27117" y="24794"/>
                    <a:pt x="270" y="6446"/>
                    <a:pt x="0" y="6266"/>
                  </a:cubicBezTo>
                  <a:lnTo>
                    <a:pt x="4231" y="0"/>
                  </a:lnTo>
                  <a:cubicBezTo>
                    <a:pt x="5419" y="792"/>
                    <a:pt x="33293" y="19843"/>
                    <a:pt x="44889" y="48869"/>
                  </a:cubicBezTo>
                  <a:lnTo>
                    <a:pt x="37885" y="5167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46" name="Google Shape;246;p23"/>
            <p:cNvSpPr/>
            <p:nvPr/>
          </p:nvSpPr>
          <p:spPr>
            <a:xfrm>
              <a:off x="3105047" y="3472037"/>
              <a:ext cx="865216" cy="160193"/>
            </a:xfrm>
            <a:custGeom>
              <a:avLst/>
              <a:gdLst/>
              <a:ahLst/>
              <a:cxnLst/>
              <a:rect l="l" t="t" r="r" b="b"/>
              <a:pathLst>
                <a:path w="865216" h="160193" extrusionOk="0">
                  <a:moveTo>
                    <a:pt x="0" y="160194"/>
                  </a:moveTo>
                  <a:lnTo>
                    <a:pt x="865217" y="160194"/>
                  </a:lnTo>
                  <a:cubicBezTo>
                    <a:pt x="822199" y="115304"/>
                    <a:pt x="791895" y="103960"/>
                    <a:pt x="771872" y="119716"/>
                  </a:cubicBezTo>
                  <a:cubicBezTo>
                    <a:pt x="700190" y="66003"/>
                    <a:pt x="634647" y="69929"/>
                    <a:pt x="605387" y="107201"/>
                  </a:cubicBezTo>
                  <a:cubicBezTo>
                    <a:pt x="563774" y="-26314"/>
                    <a:pt x="419419" y="-24856"/>
                    <a:pt x="367831" y="55326"/>
                  </a:cubicBezTo>
                  <a:cubicBezTo>
                    <a:pt x="304521" y="-1430"/>
                    <a:pt x="196466" y="47205"/>
                    <a:pt x="160939" y="119716"/>
                  </a:cubicBezTo>
                  <a:cubicBezTo>
                    <a:pt x="112611" y="97244"/>
                    <a:pt x="56324" y="101025"/>
                    <a:pt x="18" y="16019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47" name="Google Shape;247;p23"/>
            <p:cNvSpPr/>
            <p:nvPr/>
          </p:nvSpPr>
          <p:spPr>
            <a:xfrm>
              <a:off x="3264221" y="3588403"/>
              <a:ext cx="39974" cy="31708"/>
            </a:xfrm>
            <a:custGeom>
              <a:avLst/>
              <a:gdLst/>
              <a:ahLst/>
              <a:cxnLst/>
              <a:rect l="l" t="t" r="r" b="b"/>
              <a:pathLst>
                <a:path w="39974" h="31708" extrusionOk="0">
                  <a:moveTo>
                    <a:pt x="34555" y="31709"/>
                  </a:moveTo>
                  <a:cubicBezTo>
                    <a:pt x="20779" y="17556"/>
                    <a:pt x="199" y="6824"/>
                    <a:pt x="0" y="6716"/>
                  </a:cubicBezTo>
                  <a:lnTo>
                    <a:pt x="3476" y="0"/>
                  </a:lnTo>
                  <a:cubicBezTo>
                    <a:pt x="4358" y="450"/>
                    <a:pt x="25353" y="11416"/>
                    <a:pt x="39974" y="26433"/>
                  </a:cubicBezTo>
                  <a:lnTo>
                    <a:pt x="34555" y="3170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48" name="Google Shape;248;p23"/>
            <p:cNvSpPr/>
            <p:nvPr/>
          </p:nvSpPr>
          <p:spPr>
            <a:xfrm>
              <a:off x="3441007" y="3525291"/>
              <a:ext cx="35022" cy="63669"/>
            </a:xfrm>
            <a:custGeom>
              <a:avLst/>
              <a:gdLst/>
              <a:ahLst/>
              <a:cxnLst/>
              <a:rect l="l" t="t" r="r" b="b"/>
              <a:pathLst>
                <a:path w="35022" h="63669" extrusionOk="0">
                  <a:moveTo>
                    <a:pt x="7275" y="63670"/>
                  </a:moveTo>
                  <a:lnTo>
                    <a:pt x="0" y="61653"/>
                  </a:lnTo>
                  <a:cubicBezTo>
                    <a:pt x="8409" y="31259"/>
                    <a:pt x="27874" y="1260"/>
                    <a:pt x="28684" y="0"/>
                  </a:cubicBezTo>
                  <a:lnTo>
                    <a:pt x="35022" y="4141"/>
                  </a:lnTo>
                  <a:cubicBezTo>
                    <a:pt x="34824" y="4447"/>
                    <a:pt x="15377" y="34428"/>
                    <a:pt x="7275" y="6367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49" name="Google Shape;249;p23"/>
            <p:cNvSpPr/>
            <p:nvPr/>
          </p:nvSpPr>
          <p:spPr>
            <a:xfrm rot="-752659">
              <a:off x="3932322" y="3579014"/>
              <a:ext cx="7573" cy="26596"/>
            </a:xfrm>
            <a:custGeom>
              <a:avLst/>
              <a:gdLst/>
              <a:ahLst/>
              <a:cxnLst/>
              <a:rect l="l" t="t" r="r" b="b"/>
              <a:pathLst>
                <a:path w="7562" h="26559" extrusionOk="0">
                  <a:moveTo>
                    <a:pt x="0" y="0"/>
                  </a:moveTo>
                  <a:lnTo>
                    <a:pt x="7563" y="0"/>
                  </a:lnTo>
                  <a:lnTo>
                    <a:pt x="7563" y="26559"/>
                  </a:lnTo>
                  <a:lnTo>
                    <a:pt x="0" y="265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0" name="Google Shape;250;p23"/>
            <p:cNvSpPr/>
            <p:nvPr/>
          </p:nvSpPr>
          <p:spPr>
            <a:xfrm>
              <a:off x="3403391" y="3583486"/>
              <a:ext cx="83422" cy="30576"/>
            </a:xfrm>
            <a:custGeom>
              <a:avLst/>
              <a:gdLst/>
              <a:ahLst/>
              <a:cxnLst/>
              <a:rect l="l" t="t" r="r" b="b"/>
              <a:pathLst>
                <a:path w="83422" h="30576" extrusionOk="0">
                  <a:moveTo>
                    <a:pt x="78003" y="30576"/>
                  </a:moveTo>
                  <a:cubicBezTo>
                    <a:pt x="53353" y="5224"/>
                    <a:pt x="29188" y="884"/>
                    <a:pt x="4142" y="17342"/>
                  </a:cubicBezTo>
                  <a:lnTo>
                    <a:pt x="0" y="11022"/>
                  </a:lnTo>
                  <a:cubicBezTo>
                    <a:pt x="28126" y="-7471"/>
                    <a:pt x="56216" y="-2681"/>
                    <a:pt x="83423" y="25301"/>
                  </a:cubicBezTo>
                  <a:lnTo>
                    <a:pt x="78003" y="3057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1" name="Google Shape;251;p23"/>
            <p:cNvSpPr/>
            <p:nvPr/>
          </p:nvSpPr>
          <p:spPr>
            <a:xfrm>
              <a:off x="4073221" y="3588601"/>
              <a:ext cx="28557" cy="31420"/>
            </a:xfrm>
            <a:custGeom>
              <a:avLst/>
              <a:gdLst/>
              <a:ahLst/>
              <a:cxnLst/>
              <a:rect l="l" t="t" r="r" b="b"/>
              <a:pathLst>
                <a:path w="28557" h="31420" extrusionOk="0">
                  <a:moveTo>
                    <a:pt x="7005" y="31421"/>
                  </a:moveTo>
                  <a:lnTo>
                    <a:pt x="0" y="28558"/>
                  </a:lnTo>
                  <a:cubicBezTo>
                    <a:pt x="6986" y="11578"/>
                    <a:pt x="23696" y="468"/>
                    <a:pt x="24417" y="0"/>
                  </a:cubicBezTo>
                  <a:lnTo>
                    <a:pt x="28558" y="6320"/>
                  </a:lnTo>
                  <a:cubicBezTo>
                    <a:pt x="28396" y="6428"/>
                    <a:pt x="13054" y="16656"/>
                    <a:pt x="6986" y="3142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2" name="Google Shape;252;p23"/>
            <p:cNvSpPr/>
            <p:nvPr/>
          </p:nvSpPr>
          <p:spPr>
            <a:xfrm>
              <a:off x="3715916" y="3374005"/>
              <a:ext cx="604301" cy="583176"/>
            </a:xfrm>
            <a:custGeom>
              <a:avLst/>
              <a:gdLst/>
              <a:ahLst/>
              <a:cxnLst/>
              <a:rect l="l" t="t" r="r" b="b"/>
              <a:pathLst>
                <a:path w="604301" h="583176" extrusionOk="0">
                  <a:moveTo>
                    <a:pt x="187920" y="22274"/>
                  </a:moveTo>
                  <a:cubicBezTo>
                    <a:pt x="222564" y="7905"/>
                    <a:pt x="260341" y="-54"/>
                    <a:pt x="299757" y="0"/>
                  </a:cubicBezTo>
                  <a:cubicBezTo>
                    <a:pt x="435362" y="252"/>
                    <a:pt x="568175" y="86736"/>
                    <a:pt x="598390" y="223403"/>
                  </a:cubicBezTo>
                  <a:cubicBezTo>
                    <a:pt x="630387" y="368191"/>
                    <a:pt x="528381" y="521694"/>
                    <a:pt x="391661" y="568114"/>
                  </a:cubicBezTo>
                  <a:cubicBezTo>
                    <a:pt x="231334" y="622529"/>
                    <a:pt x="40360" y="524467"/>
                    <a:pt x="5770" y="355263"/>
                  </a:cubicBezTo>
                  <a:cubicBezTo>
                    <a:pt x="-23437" y="212383"/>
                    <a:pt x="61445" y="74708"/>
                    <a:pt x="187920" y="2227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3" name="Google Shape;253;p23"/>
            <p:cNvSpPr/>
            <p:nvPr/>
          </p:nvSpPr>
          <p:spPr>
            <a:xfrm>
              <a:off x="3100417" y="3675495"/>
              <a:ext cx="1529807" cy="377846"/>
            </a:xfrm>
            <a:custGeom>
              <a:avLst/>
              <a:gdLst/>
              <a:ahLst/>
              <a:cxnLst/>
              <a:rect l="l" t="t" r="r" b="b"/>
              <a:pathLst>
                <a:path w="1529807" h="377846" extrusionOk="0">
                  <a:moveTo>
                    <a:pt x="1529790" y="377846"/>
                  </a:moveTo>
                  <a:lnTo>
                    <a:pt x="0" y="377846"/>
                  </a:lnTo>
                  <a:cubicBezTo>
                    <a:pt x="46420" y="299681"/>
                    <a:pt x="131284" y="260085"/>
                    <a:pt x="184870" y="304291"/>
                  </a:cubicBezTo>
                  <a:cubicBezTo>
                    <a:pt x="219694" y="179706"/>
                    <a:pt x="372837" y="94897"/>
                    <a:pt x="423992" y="203816"/>
                  </a:cubicBezTo>
                  <a:cubicBezTo>
                    <a:pt x="428674" y="-34622"/>
                    <a:pt x="687495" y="-54411"/>
                    <a:pt x="775636" y="95311"/>
                  </a:cubicBezTo>
                  <a:cubicBezTo>
                    <a:pt x="823856" y="-7829"/>
                    <a:pt x="1028443" y="37961"/>
                    <a:pt x="1024788" y="175690"/>
                  </a:cubicBezTo>
                  <a:cubicBezTo>
                    <a:pt x="1103151" y="145044"/>
                    <a:pt x="1178506" y="175690"/>
                    <a:pt x="1211656" y="260085"/>
                  </a:cubicBezTo>
                  <a:cubicBezTo>
                    <a:pt x="1251864" y="228575"/>
                    <a:pt x="1292053" y="240603"/>
                    <a:pt x="1332225" y="288211"/>
                  </a:cubicBezTo>
                  <a:cubicBezTo>
                    <a:pt x="1401927" y="265271"/>
                    <a:pt x="1485098" y="313978"/>
                    <a:pt x="1529807" y="37782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4" name="Google Shape;254;p23"/>
            <p:cNvSpPr/>
            <p:nvPr/>
          </p:nvSpPr>
          <p:spPr>
            <a:xfrm>
              <a:off x="4352425" y="3960123"/>
              <a:ext cx="81387" cy="58340"/>
            </a:xfrm>
            <a:custGeom>
              <a:avLst/>
              <a:gdLst/>
              <a:ahLst/>
              <a:cxnLst/>
              <a:rect l="l" t="t" r="r" b="b"/>
              <a:pathLst>
                <a:path w="81387" h="58340" extrusionOk="0">
                  <a:moveTo>
                    <a:pt x="5653" y="58340"/>
                  </a:moveTo>
                  <a:lnTo>
                    <a:pt x="0" y="53316"/>
                  </a:lnTo>
                  <a:cubicBezTo>
                    <a:pt x="33437" y="15629"/>
                    <a:pt x="77138" y="612"/>
                    <a:pt x="78975" y="0"/>
                  </a:cubicBezTo>
                  <a:lnTo>
                    <a:pt x="81388" y="7166"/>
                  </a:lnTo>
                  <a:cubicBezTo>
                    <a:pt x="80956" y="7311"/>
                    <a:pt x="37705" y="22202"/>
                    <a:pt x="5653" y="5834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5" name="Google Shape;255;p23"/>
            <p:cNvSpPr/>
            <p:nvPr/>
          </p:nvSpPr>
          <p:spPr>
            <a:xfrm rot="-1713195">
              <a:off x="4320803" y="3932296"/>
              <a:ext cx="7554" cy="52544"/>
            </a:xfrm>
            <a:custGeom>
              <a:avLst/>
              <a:gdLst/>
              <a:ahLst/>
              <a:cxnLst/>
              <a:rect l="l" t="t" r="r" b="b"/>
              <a:pathLst>
                <a:path w="7562" h="52596" extrusionOk="0">
                  <a:moveTo>
                    <a:pt x="0" y="0"/>
                  </a:moveTo>
                  <a:lnTo>
                    <a:pt x="7563" y="0"/>
                  </a:lnTo>
                  <a:lnTo>
                    <a:pt x="7563" y="52596"/>
                  </a:lnTo>
                  <a:lnTo>
                    <a:pt x="0" y="5259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6" name="Google Shape;256;p23"/>
            <p:cNvSpPr/>
            <p:nvPr/>
          </p:nvSpPr>
          <p:spPr>
            <a:xfrm>
              <a:off x="4027359" y="3848035"/>
              <a:ext cx="99916" cy="104490"/>
            </a:xfrm>
            <a:custGeom>
              <a:avLst/>
              <a:gdLst/>
              <a:ahLst/>
              <a:cxnLst/>
              <a:rect l="l" t="t" r="r" b="b"/>
              <a:pathLst>
                <a:path w="99916" h="104490" extrusionOk="0">
                  <a:moveTo>
                    <a:pt x="6771" y="104490"/>
                  </a:moveTo>
                  <a:lnTo>
                    <a:pt x="0" y="101141"/>
                  </a:lnTo>
                  <a:cubicBezTo>
                    <a:pt x="18295" y="63994"/>
                    <a:pt x="50508" y="29962"/>
                    <a:pt x="95739" y="0"/>
                  </a:cubicBezTo>
                  <a:lnTo>
                    <a:pt x="99917" y="6302"/>
                  </a:lnTo>
                  <a:cubicBezTo>
                    <a:pt x="55819" y="35526"/>
                    <a:pt x="24471" y="68550"/>
                    <a:pt x="6771" y="10449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7" name="Google Shape;257;p23"/>
            <p:cNvSpPr/>
            <p:nvPr/>
          </p:nvSpPr>
          <p:spPr>
            <a:xfrm>
              <a:off x="3873388" y="3768105"/>
              <a:ext cx="46599" cy="102239"/>
            </a:xfrm>
            <a:custGeom>
              <a:avLst/>
              <a:gdLst/>
              <a:ahLst/>
              <a:cxnLst/>
              <a:rect l="l" t="t" r="r" b="b"/>
              <a:pathLst>
                <a:path w="46599" h="102239" extrusionOk="0">
                  <a:moveTo>
                    <a:pt x="39037" y="102239"/>
                  </a:moveTo>
                  <a:cubicBezTo>
                    <a:pt x="38065" y="43323"/>
                    <a:pt x="378" y="5798"/>
                    <a:pt x="0" y="5420"/>
                  </a:cubicBezTo>
                  <a:lnTo>
                    <a:pt x="5275" y="0"/>
                  </a:lnTo>
                  <a:cubicBezTo>
                    <a:pt x="6914" y="1603"/>
                    <a:pt x="45591" y="39974"/>
                    <a:pt x="46600" y="102113"/>
                  </a:cubicBezTo>
                  <a:lnTo>
                    <a:pt x="39037" y="10223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8" name="Google Shape;258;p23"/>
            <p:cNvSpPr/>
            <p:nvPr/>
          </p:nvSpPr>
          <p:spPr>
            <a:xfrm>
              <a:off x="3857002" y="3867334"/>
              <a:ext cx="114735" cy="33440"/>
            </a:xfrm>
            <a:custGeom>
              <a:avLst/>
              <a:gdLst/>
              <a:ahLst/>
              <a:cxnLst/>
              <a:rect l="l" t="t" r="r" b="b"/>
              <a:pathLst>
                <a:path w="114735" h="33440" extrusionOk="0">
                  <a:moveTo>
                    <a:pt x="5888" y="33441"/>
                  </a:moveTo>
                  <a:lnTo>
                    <a:pt x="0" y="28705"/>
                  </a:lnTo>
                  <a:cubicBezTo>
                    <a:pt x="19104" y="4991"/>
                    <a:pt x="49967" y="-1545"/>
                    <a:pt x="72493" y="291"/>
                  </a:cubicBezTo>
                  <a:cubicBezTo>
                    <a:pt x="92228" y="1876"/>
                    <a:pt x="108020" y="9871"/>
                    <a:pt x="114736" y="21665"/>
                  </a:cubicBezTo>
                  <a:lnTo>
                    <a:pt x="108163" y="25410"/>
                  </a:lnTo>
                  <a:cubicBezTo>
                    <a:pt x="102671" y="15777"/>
                    <a:pt x="89113" y="9204"/>
                    <a:pt x="71881" y="7818"/>
                  </a:cubicBezTo>
                  <a:cubicBezTo>
                    <a:pt x="52236" y="6269"/>
                    <a:pt x="23156" y="11995"/>
                    <a:pt x="5888" y="3344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9" name="Google Shape;259;p23"/>
            <p:cNvSpPr/>
            <p:nvPr/>
          </p:nvSpPr>
          <p:spPr>
            <a:xfrm>
              <a:off x="3521078" y="3877493"/>
              <a:ext cx="33167" cy="74707"/>
            </a:xfrm>
            <a:custGeom>
              <a:avLst/>
              <a:gdLst/>
              <a:ahLst/>
              <a:cxnLst/>
              <a:rect l="l" t="t" r="r" b="b"/>
              <a:pathLst>
                <a:path w="33167" h="74707" extrusionOk="0">
                  <a:moveTo>
                    <a:pt x="25695" y="74708"/>
                  </a:moveTo>
                  <a:cubicBezTo>
                    <a:pt x="20833" y="41648"/>
                    <a:pt x="216" y="4033"/>
                    <a:pt x="0" y="3655"/>
                  </a:cubicBezTo>
                  <a:lnTo>
                    <a:pt x="6608" y="0"/>
                  </a:lnTo>
                  <a:cubicBezTo>
                    <a:pt x="7491" y="1585"/>
                    <a:pt x="28090" y="39163"/>
                    <a:pt x="33167" y="73609"/>
                  </a:cubicBezTo>
                  <a:lnTo>
                    <a:pt x="25677" y="7470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60" name="Google Shape;260;p23"/>
            <p:cNvSpPr/>
            <p:nvPr/>
          </p:nvSpPr>
          <p:spPr>
            <a:xfrm>
              <a:off x="3490108" y="3947123"/>
              <a:ext cx="128708" cy="36534"/>
            </a:xfrm>
            <a:custGeom>
              <a:avLst/>
              <a:gdLst/>
              <a:ahLst/>
              <a:cxnLst/>
              <a:rect l="l" t="t" r="r" b="b"/>
              <a:pathLst>
                <a:path w="128708" h="36534" extrusionOk="0">
                  <a:moveTo>
                    <a:pt x="5617" y="36534"/>
                  </a:moveTo>
                  <a:lnTo>
                    <a:pt x="0" y="31475"/>
                  </a:lnTo>
                  <a:cubicBezTo>
                    <a:pt x="17232" y="12334"/>
                    <a:pt x="44169" y="270"/>
                    <a:pt x="70295" y="0"/>
                  </a:cubicBezTo>
                  <a:cubicBezTo>
                    <a:pt x="70620" y="0"/>
                    <a:pt x="70944" y="0"/>
                    <a:pt x="71268" y="0"/>
                  </a:cubicBezTo>
                  <a:cubicBezTo>
                    <a:pt x="93722" y="0"/>
                    <a:pt x="113565" y="8499"/>
                    <a:pt x="128708" y="24596"/>
                  </a:cubicBezTo>
                  <a:lnTo>
                    <a:pt x="123198" y="29764"/>
                  </a:lnTo>
                  <a:cubicBezTo>
                    <a:pt x="105678" y="11128"/>
                    <a:pt x="84827" y="7328"/>
                    <a:pt x="70386" y="7563"/>
                  </a:cubicBezTo>
                  <a:cubicBezTo>
                    <a:pt x="46311" y="7815"/>
                    <a:pt x="21499" y="18925"/>
                    <a:pt x="5636" y="3653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61" name="Google Shape;261;p23"/>
            <p:cNvSpPr/>
            <p:nvPr/>
          </p:nvSpPr>
          <p:spPr>
            <a:xfrm>
              <a:off x="3283144" y="3976671"/>
              <a:ext cx="42386" cy="52542"/>
            </a:xfrm>
            <a:custGeom>
              <a:avLst/>
              <a:gdLst/>
              <a:ahLst/>
              <a:cxnLst/>
              <a:rect l="l" t="t" r="r" b="b"/>
              <a:pathLst>
                <a:path w="42386" h="52542" extrusionOk="0">
                  <a:moveTo>
                    <a:pt x="35220" y="52542"/>
                  </a:moveTo>
                  <a:cubicBezTo>
                    <a:pt x="25713" y="24038"/>
                    <a:pt x="271" y="6428"/>
                    <a:pt x="0" y="6248"/>
                  </a:cubicBezTo>
                  <a:lnTo>
                    <a:pt x="4250" y="0"/>
                  </a:lnTo>
                  <a:cubicBezTo>
                    <a:pt x="5384" y="774"/>
                    <a:pt x="32052" y="19159"/>
                    <a:pt x="42387" y="50147"/>
                  </a:cubicBezTo>
                  <a:lnTo>
                    <a:pt x="35203" y="52542"/>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62" name="Google Shape;262;p23"/>
            <p:cNvSpPr/>
            <p:nvPr/>
          </p:nvSpPr>
          <p:spPr>
            <a:xfrm>
              <a:off x="3945016" y="3944365"/>
              <a:ext cx="157068" cy="51734"/>
            </a:xfrm>
            <a:custGeom>
              <a:avLst/>
              <a:gdLst/>
              <a:ahLst/>
              <a:cxnLst/>
              <a:rect l="l" t="t" r="r" b="b"/>
              <a:pathLst>
                <a:path w="157068" h="51734" extrusionOk="0">
                  <a:moveTo>
                    <a:pt x="151001" y="51734"/>
                  </a:moveTo>
                  <a:cubicBezTo>
                    <a:pt x="148893" y="48889"/>
                    <a:pt x="98188" y="-17824"/>
                    <a:pt x="2647" y="17865"/>
                  </a:cubicBezTo>
                  <a:lnTo>
                    <a:pt x="0" y="10788"/>
                  </a:lnTo>
                  <a:cubicBezTo>
                    <a:pt x="52668" y="-8892"/>
                    <a:pt x="92552" y="2001"/>
                    <a:pt x="116717" y="14624"/>
                  </a:cubicBezTo>
                  <a:cubicBezTo>
                    <a:pt x="142933" y="28308"/>
                    <a:pt x="156510" y="46495"/>
                    <a:pt x="157068" y="47251"/>
                  </a:cubicBezTo>
                  <a:lnTo>
                    <a:pt x="150982" y="51734"/>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63" name="Google Shape;263;p23"/>
            <p:cNvSpPr/>
            <p:nvPr/>
          </p:nvSpPr>
          <p:spPr>
            <a:xfrm>
              <a:off x="3570884" y="3962866"/>
              <a:ext cx="170274" cy="43677"/>
            </a:xfrm>
            <a:custGeom>
              <a:avLst/>
              <a:gdLst/>
              <a:ahLst/>
              <a:cxnLst/>
              <a:rect l="l" t="t" r="r" b="b"/>
              <a:pathLst>
                <a:path w="170274" h="43677" extrusionOk="0">
                  <a:moveTo>
                    <a:pt x="5455" y="43659"/>
                  </a:moveTo>
                  <a:lnTo>
                    <a:pt x="0" y="38419"/>
                  </a:lnTo>
                  <a:cubicBezTo>
                    <a:pt x="52560" y="-16284"/>
                    <a:pt x="110756" y="552"/>
                    <a:pt x="133354" y="10311"/>
                  </a:cubicBezTo>
                  <a:cubicBezTo>
                    <a:pt x="154115" y="19297"/>
                    <a:pt x="170681" y="33161"/>
                    <a:pt x="170267" y="41228"/>
                  </a:cubicBezTo>
                  <a:lnTo>
                    <a:pt x="162722" y="40850"/>
                  </a:lnTo>
                  <a:lnTo>
                    <a:pt x="166485" y="41048"/>
                  </a:lnTo>
                  <a:lnTo>
                    <a:pt x="162722" y="40940"/>
                  </a:lnTo>
                  <a:cubicBezTo>
                    <a:pt x="162343" y="37465"/>
                    <a:pt x="147543" y="22736"/>
                    <a:pt x="121344" y="13787"/>
                  </a:cubicBezTo>
                  <a:cubicBezTo>
                    <a:pt x="96819" y="5414"/>
                    <a:pt x="49175" y="-1825"/>
                    <a:pt x="5455" y="4367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264" name="Google Shape;264;p23"/>
          <p:cNvGrpSpPr/>
          <p:nvPr/>
        </p:nvGrpSpPr>
        <p:grpSpPr>
          <a:xfrm>
            <a:off x="6052951" y="539497"/>
            <a:ext cx="1615822" cy="1124645"/>
            <a:chOff x="6636287" y="3308912"/>
            <a:chExt cx="1187930" cy="826823"/>
          </a:xfrm>
        </p:grpSpPr>
        <p:sp>
          <p:nvSpPr>
            <p:cNvPr id="265" name="Google Shape;265;p23"/>
            <p:cNvSpPr/>
            <p:nvPr/>
          </p:nvSpPr>
          <p:spPr>
            <a:xfrm>
              <a:off x="6636287" y="3308912"/>
              <a:ext cx="774457" cy="612931"/>
            </a:xfrm>
            <a:custGeom>
              <a:avLst/>
              <a:gdLst/>
              <a:ahLst/>
              <a:cxnLst/>
              <a:rect l="l" t="t" r="r" b="b"/>
              <a:pathLst>
                <a:path w="774457" h="612931" extrusionOk="0">
                  <a:moveTo>
                    <a:pt x="18" y="573823"/>
                  </a:moveTo>
                  <a:cubicBezTo>
                    <a:pt x="18" y="573823"/>
                    <a:pt x="281634" y="671975"/>
                    <a:pt x="562928" y="557293"/>
                  </a:cubicBezTo>
                  <a:cubicBezTo>
                    <a:pt x="714738" y="489572"/>
                    <a:pt x="806281" y="356470"/>
                    <a:pt x="764219" y="148480"/>
                  </a:cubicBezTo>
                  <a:cubicBezTo>
                    <a:pt x="694697" y="-131372"/>
                    <a:pt x="226698" y="27947"/>
                    <a:pt x="336536" y="267663"/>
                  </a:cubicBezTo>
                  <a:cubicBezTo>
                    <a:pt x="254410" y="301875"/>
                    <a:pt x="275765" y="430079"/>
                    <a:pt x="369253" y="417241"/>
                  </a:cubicBezTo>
                  <a:cubicBezTo>
                    <a:pt x="339921" y="440847"/>
                    <a:pt x="345881" y="493191"/>
                    <a:pt x="382110" y="496702"/>
                  </a:cubicBezTo>
                  <a:cubicBezTo>
                    <a:pt x="241895" y="594854"/>
                    <a:pt x="0" y="573823"/>
                    <a:pt x="0" y="57382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66" name="Google Shape;266;p23"/>
            <p:cNvSpPr/>
            <p:nvPr/>
          </p:nvSpPr>
          <p:spPr>
            <a:xfrm>
              <a:off x="7402846" y="3398980"/>
              <a:ext cx="421371" cy="365761"/>
            </a:xfrm>
            <a:custGeom>
              <a:avLst/>
              <a:gdLst/>
              <a:ahLst/>
              <a:cxnLst/>
              <a:rect l="l" t="t" r="r" b="b"/>
              <a:pathLst>
                <a:path w="421371" h="365761" extrusionOk="0">
                  <a:moveTo>
                    <a:pt x="0" y="365742"/>
                  </a:moveTo>
                  <a:cubicBezTo>
                    <a:pt x="0" y="365742"/>
                    <a:pt x="51408" y="333601"/>
                    <a:pt x="60771" y="254734"/>
                  </a:cubicBezTo>
                  <a:cubicBezTo>
                    <a:pt x="70116" y="193963"/>
                    <a:pt x="94659" y="3511"/>
                    <a:pt x="248900" y="0"/>
                  </a:cubicBezTo>
                  <a:cubicBezTo>
                    <a:pt x="389114" y="-72"/>
                    <a:pt x="375106" y="126205"/>
                    <a:pt x="375106" y="126205"/>
                  </a:cubicBezTo>
                  <a:cubicBezTo>
                    <a:pt x="529346" y="287469"/>
                    <a:pt x="252411" y="424172"/>
                    <a:pt x="205667" y="231380"/>
                  </a:cubicBezTo>
                  <a:cubicBezTo>
                    <a:pt x="105175" y="253581"/>
                    <a:pt x="119201" y="366282"/>
                    <a:pt x="0" y="36576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67" name="Google Shape;267;p23"/>
            <p:cNvSpPr/>
            <p:nvPr/>
          </p:nvSpPr>
          <p:spPr>
            <a:xfrm>
              <a:off x="7602045" y="3556390"/>
              <a:ext cx="14967" cy="74689"/>
            </a:xfrm>
            <a:custGeom>
              <a:avLst/>
              <a:gdLst/>
              <a:ahLst/>
              <a:cxnLst/>
              <a:rect l="l" t="t" r="r" b="b"/>
              <a:pathLst>
                <a:path w="14967" h="74689" extrusionOk="0">
                  <a:moveTo>
                    <a:pt x="2759" y="74672"/>
                  </a:moveTo>
                  <a:cubicBezTo>
                    <a:pt x="-5541" y="31655"/>
                    <a:pt x="7477" y="1261"/>
                    <a:pt x="8036" y="0"/>
                  </a:cubicBezTo>
                  <a:lnTo>
                    <a:pt x="14967" y="3025"/>
                  </a:lnTo>
                  <a:cubicBezTo>
                    <a:pt x="14842" y="3313"/>
                    <a:pt x="2363" y="32663"/>
                    <a:pt x="10196" y="73249"/>
                  </a:cubicBezTo>
                  <a:lnTo>
                    <a:pt x="2777" y="7469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68" name="Google Shape;268;p23"/>
            <p:cNvSpPr/>
            <p:nvPr/>
          </p:nvSpPr>
          <p:spPr>
            <a:xfrm>
              <a:off x="7558942" y="3515966"/>
              <a:ext cx="122496" cy="48022"/>
            </a:xfrm>
            <a:custGeom>
              <a:avLst/>
              <a:gdLst/>
              <a:ahLst/>
              <a:cxnLst/>
              <a:rect l="l" t="t" r="r" b="b"/>
              <a:pathLst>
                <a:path w="122496" h="48022" extrusionOk="0">
                  <a:moveTo>
                    <a:pt x="70009" y="48023"/>
                  </a:moveTo>
                  <a:cubicBezTo>
                    <a:pt x="63400" y="48023"/>
                    <a:pt x="56846" y="47212"/>
                    <a:pt x="50453" y="45574"/>
                  </a:cubicBezTo>
                  <a:cubicBezTo>
                    <a:pt x="28126" y="39830"/>
                    <a:pt x="10210" y="24813"/>
                    <a:pt x="0" y="3241"/>
                  </a:cubicBezTo>
                  <a:lnTo>
                    <a:pt x="6843" y="0"/>
                  </a:lnTo>
                  <a:cubicBezTo>
                    <a:pt x="16080" y="19501"/>
                    <a:pt x="32232" y="33077"/>
                    <a:pt x="52345" y="38245"/>
                  </a:cubicBezTo>
                  <a:cubicBezTo>
                    <a:pt x="74078" y="43827"/>
                    <a:pt x="98027" y="38731"/>
                    <a:pt x="118067" y="24254"/>
                  </a:cubicBezTo>
                  <a:lnTo>
                    <a:pt x="122497" y="30376"/>
                  </a:lnTo>
                  <a:cubicBezTo>
                    <a:pt x="106471" y="41937"/>
                    <a:pt x="88105" y="48005"/>
                    <a:pt x="70026" y="4800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69" name="Google Shape;269;p23"/>
            <p:cNvSpPr/>
            <p:nvPr/>
          </p:nvSpPr>
          <p:spPr>
            <a:xfrm>
              <a:off x="7740103" y="3524753"/>
              <a:ext cx="41593" cy="57583"/>
            </a:xfrm>
            <a:custGeom>
              <a:avLst/>
              <a:gdLst/>
              <a:ahLst/>
              <a:cxnLst/>
              <a:rect l="l" t="t" r="r" b="b"/>
              <a:pathLst>
                <a:path w="41593" h="57583" extrusionOk="0">
                  <a:moveTo>
                    <a:pt x="3241" y="57584"/>
                  </a:moveTo>
                  <a:lnTo>
                    <a:pt x="0" y="50742"/>
                  </a:lnTo>
                  <a:cubicBezTo>
                    <a:pt x="20329" y="41126"/>
                    <a:pt x="31475" y="24542"/>
                    <a:pt x="34085" y="0"/>
                  </a:cubicBezTo>
                  <a:lnTo>
                    <a:pt x="41594" y="792"/>
                  </a:lnTo>
                  <a:cubicBezTo>
                    <a:pt x="38731" y="27784"/>
                    <a:pt x="25821" y="46888"/>
                    <a:pt x="3223" y="5756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70" name="Google Shape;270;p23"/>
            <p:cNvSpPr/>
            <p:nvPr/>
          </p:nvSpPr>
          <p:spPr>
            <a:xfrm>
              <a:off x="6969510" y="3574793"/>
              <a:ext cx="122064" cy="51245"/>
            </a:xfrm>
            <a:custGeom>
              <a:avLst/>
              <a:gdLst/>
              <a:ahLst/>
              <a:cxnLst/>
              <a:rect l="l" t="t" r="r" b="b"/>
              <a:pathLst>
                <a:path w="122064" h="51245" extrusionOk="0">
                  <a:moveTo>
                    <a:pt x="92011" y="51228"/>
                  </a:moveTo>
                  <a:cubicBezTo>
                    <a:pt x="26559" y="51228"/>
                    <a:pt x="306" y="4141"/>
                    <a:pt x="0" y="3601"/>
                  </a:cubicBezTo>
                  <a:lnTo>
                    <a:pt x="6644" y="0"/>
                  </a:lnTo>
                  <a:cubicBezTo>
                    <a:pt x="7923" y="2341"/>
                    <a:pt x="38695" y="56918"/>
                    <a:pt x="120606" y="40748"/>
                  </a:cubicBezTo>
                  <a:lnTo>
                    <a:pt x="122064" y="48167"/>
                  </a:lnTo>
                  <a:cubicBezTo>
                    <a:pt x="111242" y="50309"/>
                    <a:pt x="101213" y="51246"/>
                    <a:pt x="91993" y="5124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71" name="Google Shape;271;p23"/>
            <p:cNvSpPr/>
            <p:nvPr/>
          </p:nvSpPr>
          <p:spPr>
            <a:xfrm>
              <a:off x="7005342" y="3692553"/>
              <a:ext cx="55386" cy="37380"/>
            </a:xfrm>
            <a:custGeom>
              <a:avLst/>
              <a:gdLst/>
              <a:ahLst/>
              <a:cxnLst/>
              <a:rect l="l" t="t" r="r" b="b"/>
              <a:pathLst>
                <a:path w="55386" h="37380" extrusionOk="0">
                  <a:moveTo>
                    <a:pt x="414" y="37381"/>
                  </a:moveTo>
                  <a:lnTo>
                    <a:pt x="0" y="29836"/>
                  </a:lnTo>
                  <a:cubicBezTo>
                    <a:pt x="306" y="29818"/>
                    <a:pt x="31078" y="27748"/>
                    <a:pt x="49031" y="0"/>
                  </a:cubicBezTo>
                  <a:lnTo>
                    <a:pt x="55387" y="4105"/>
                  </a:lnTo>
                  <a:cubicBezTo>
                    <a:pt x="35292" y="35166"/>
                    <a:pt x="1837" y="37309"/>
                    <a:pt x="414" y="3738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72" name="Google Shape;272;p23"/>
            <p:cNvSpPr/>
            <p:nvPr/>
          </p:nvSpPr>
          <p:spPr>
            <a:xfrm>
              <a:off x="7079569" y="3485482"/>
              <a:ext cx="188915" cy="215966"/>
            </a:xfrm>
            <a:custGeom>
              <a:avLst/>
              <a:gdLst/>
              <a:ahLst/>
              <a:cxnLst/>
              <a:rect l="l" t="t" r="r" b="b"/>
              <a:pathLst>
                <a:path w="188915" h="215966" extrusionOk="0">
                  <a:moveTo>
                    <a:pt x="169541" y="215948"/>
                  </a:moveTo>
                  <a:cubicBezTo>
                    <a:pt x="155496" y="215948"/>
                    <a:pt x="143018" y="210619"/>
                    <a:pt x="135725" y="200769"/>
                  </a:cubicBezTo>
                  <a:cubicBezTo>
                    <a:pt x="127568" y="189731"/>
                    <a:pt x="127352" y="175525"/>
                    <a:pt x="134897" y="160777"/>
                  </a:cubicBezTo>
                  <a:cubicBezTo>
                    <a:pt x="70525" y="179396"/>
                    <a:pt x="22592" y="164739"/>
                    <a:pt x="5684" y="120714"/>
                  </a:cubicBezTo>
                  <a:cubicBezTo>
                    <a:pt x="-11439" y="76148"/>
                    <a:pt x="11680" y="18601"/>
                    <a:pt x="54175" y="0"/>
                  </a:cubicBezTo>
                  <a:lnTo>
                    <a:pt x="57200" y="6933"/>
                  </a:lnTo>
                  <a:cubicBezTo>
                    <a:pt x="14507" y="25623"/>
                    <a:pt x="-1482" y="80992"/>
                    <a:pt x="12743" y="118013"/>
                  </a:cubicBezTo>
                  <a:cubicBezTo>
                    <a:pt x="28876" y="160003"/>
                    <a:pt x="77241" y="172175"/>
                    <a:pt x="142135" y="150622"/>
                  </a:cubicBezTo>
                  <a:lnTo>
                    <a:pt x="153119" y="146967"/>
                  </a:lnTo>
                  <a:lnTo>
                    <a:pt x="146403" y="156402"/>
                  </a:lnTo>
                  <a:cubicBezTo>
                    <a:pt x="135779" y="171329"/>
                    <a:pt x="134104" y="185860"/>
                    <a:pt x="141793" y="196286"/>
                  </a:cubicBezTo>
                  <a:cubicBezTo>
                    <a:pt x="150382" y="207900"/>
                    <a:pt x="168370" y="211591"/>
                    <a:pt x="186521" y="205559"/>
                  </a:cubicBezTo>
                  <a:lnTo>
                    <a:pt x="188916" y="212725"/>
                  </a:lnTo>
                  <a:cubicBezTo>
                    <a:pt x="182361" y="214922"/>
                    <a:pt x="175789" y="215967"/>
                    <a:pt x="169523" y="21596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73" name="Google Shape;273;p23"/>
            <p:cNvSpPr/>
            <p:nvPr/>
          </p:nvSpPr>
          <p:spPr>
            <a:xfrm>
              <a:off x="7042380" y="3659512"/>
              <a:ext cx="48833" cy="48004"/>
            </a:xfrm>
            <a:custGeom>
              <a:avLst/>
              <a:gdLst/>
              <a:ahLst/>
              <a:cxnLst/>
              <a:rect l="l" t="t" r="r" b="b"/>
              <a:pathLst>
                <a:path w="48833" h="48004" extrusionOk="0">
                  <a:moveTo>
                    <a:pt x="41486" y="48005"/>
                  </a:moveTo>
                  <a:cubicBezTo>
                    <a:pt x="29782" y="48005"/>
                    <a:pt x="20419" y="44908"/>
                    <a:pt x="13577" y="38767"/>
                  </a:cubicBezTo>
                  <a:cubicBezTo>
                    <a:pt x="4735" y="30827"/>
                    <a:pt x="162" y="17808"/>
                    <a:pt x="0" y="72"/>
                  </a:cubicBezTo>
                  <a:lnTo>
                    <a:pt x="7563" y="0"/>
                  </a:lnTo>
                  <a:cubicBezTo>
                    <a:pt x="7707" y="15521"/>
                    <a:pt x="11416" y="26685"/>
                    <a:pt x="18618" y="33131"/>
                  </a:cubicBezTo>
                  <a:cubicBezTo>
                    <a:pt x="25173" y="39020"/>
                    <a:pt x="35076" y="41378"/>
                    <a:pt x="48094" y="40082"/>
                  </a:cubicBezTo>
                  <a:lnTo>
                    <a:pt x="48833" y="47609"/>
                  </a:lnTo>
                  <a:cubicBezTo>
                    <a:pt x="46294" y="47861"/>
                    <a:pt x="43827" y="47987"/>
                    <a:pt x="41469" y="4798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74" name="Google Shape;274;p23"/>
            <p:cNvSpPr/>
            <p:nvPr/>
          </p:nvSpPr>
          <p:spPr>
            <a:xfrm>
              <a:off x="6649161" y="3785434"/>
              <a:ext cx="1076253" cy="350301"/>
            </a:xfrm>
            <a:custGeom>
              <a:avLst/>
              <a:gdLst/>
              <a:ahLst/>
              <a:cxnLst/>
              <a:rect l="l" t="t" r="r" b="b"/>
              <a:pathLst>
                <a:path w="1076253" h="350301" extrusionOk="0">
                  <a:moveTo>
                    <a:pt x="0" y="172080"/>
                  </a:moveTo>
                  <a:cubicBezTo>
                    <a:pt x="0" y="172080"/>
                    <a:pt x="186184" y="249201"/>
                    <a:pt x="397001" y="217654"/>
                  </a:cubicBezTo>
                  <a:cubicBezTo>
                    <a:pt x="607818" y="186107"/>
                    <a:pt x="664303" y="21350"/>
                    <a:pt x="823801" y="319"/>
                  </a:cubicBezTo>
                  <a:cubicBezTo>
                    <a:pt x="907674" y="-3516"/>
                    <a:pt x="991962" y="27130"/>
                    <a:pt x="1039966" y="98759"/>
                  </a:cubicBezTo>
                  <a:cubicBezTo>
                    <a:pt x="1074754" y="150689"/>
                    <a:pt x="1089537" y="223488"/>
                    <a:pt x="1061718" y="281774"/>
                  </a:cubicBezTo>
                  <a:cubicBezTo>
                    <a:pt x="1030603" y="347010"/>
                    <a:pt x="928976" y="376000"/>
                    <a:pt x="874471" y="322252"/>
                  </a:cubicBezTo>
                  <a:cubicBezTo>
                    <a:pt x="849262" y="297385"/>
                    <a:pt x="835830" y="257970"/>
                    <a:pt x="834318" y="222930"/>
                  </a:cubicBezTo>
                  <a:cubicBezTo>
                    <a:pt x="804337" y="210631"/>
                    <a:pt x="772358" y="206490"/>
                    <a:pt x="737912" y="212414"/>
                  </a:cubicBezTo>
                  <a:cubicBezTo>
                    <a:pt x="737912" y="212414"/>
                    <a:pt x="606449" y="338025"/>
                    <a:pt x="441692" y="338025"/>
                  </a:cubicBezTo>
                  <a:cubicBezTo>
                    <a:pt x="188129" y="327510"/>
                    <a:pt x="0" y="172098"/>
                    <a:pt x="0" y="17209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75" name="Google Shape;275;p23"/>
            <p:cNvSpPr/>
            <p:nvPr/>
          </p:nvSpPr>
          <p:spPr>
            <a:xfrm>
              <a:off x="7479335" y="3930595"/>
              <a:ext cx="38463" cy="78074"/>
            </a:xfrm>
            <a:custGeom>
              <a:avLst/>
              <a:gdLst/>
              <a:ahLst/>
              <a:cxnLst/>
              <a:rect l="l" t="t" r="r" b="b"/>
              <a:pathLst>
                <a:path w="38463" h="78074" extrusionOk="0">
                  <a:moveTo>
                    <a:pt x="380" y="78075"/>
                  </a:moveTo>
                  <a:cubicBezTo>
                    <a:pt x="-4139" y="22850"/>
                    <a:pt x="33098" y="900"/>
                    <a:pt x="34700" y="0"/>
                  </a:cubicBezTo>
                  <a:lnTo>
                    <a:pt x="38464" y="6554"/>
                  </a:lnTo>
                  <a:cubicBezTo>
                    <a:pt x="37041" y="7382"/>
                    <a:pt x="3820" y="27189"/>
                    <a:pt x="7925" y="77463"/>
                  </a:cubicBezTo>
                  <a:lnTo>
                    <a:pt x="399" y="7807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76" name="Google Shape;276;p23"/>
            <p:cNvSpPr/>
            <p:nvPr/>
          </p:nvSpPr>
          <p:spPr>
            <a:xfrm>
              <a:off x="7306099" y="3994085"/>
              <a:ext cx="81442" cy="28863"/>
            </a:xfrm>
            <a:custGeom>
              <a:avLst/>
              <a:gdLst/>
              <a:ahLst/>
              <a:cxnLst/>
              <a:rect l="l" t="t" r="r" b="b"/>
              <a:pathLst>
                <a:path w="81442" h="28863" extrusionOk="0">
                  <a:moveTo>
                    <a:pt x="2881" y="28846"/>
                  </a:moveTo>
                  <a:lnTo>
                    <a:pt x="0" y="21860"/>
                  </a:lnTo>
                  <a:cubicBezTo>
                    <a:pt x="27765" y="10443"/>
                    <a:pt x="53335" y="3493"/>
                    <a:pt x="80488" y="0"/>
                  </a:cubicBezTo>
                  <a:lnTo>
                    <a:pt x="81442" y="7508"/>
                  </a:lnTo>
                  <a:cubicBezTo>
                    <a:pt x="54955" y="10912"/>
                    <a:pt x="29999" y="17700"/>
                    <a:pt x="2881" y="2886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277" name="Google Shape;277;p23"/>
          <p:cNvGrpSpPr/>
          <p:nvPr/>
        </p:nvGrpSpPr>
        <p:grpSpPr>
          <a:xfrm flipH="1">
            <a:off x="1475226" y="539497"/>
            <a:ext cx="1615822" cy="1124645"/>
            <a:chOff x="6636287" y="3308912"/>
            <a:chExt cx="1187930" cy="826823"/>
          </a:xfrm>
        </p:grpSpPr>
        <p:sp>
          <p:nvSpPr>
            <p:cNvPr id="278" name="Google Shape;278;p23"/>
            <p:cNvSpPr/>
            <p:nvPr/>
          </p:nvSpPr>
          <p:spPr>
            <a:xfrm>
              <a:off x="6636287" y="3308912"/>
              <a:ext cx="774457" cy="612931"/>
            </a:xfrm>
            <a:custGeom>
              <a:avLst/>
              <a:gdLst/>
              <a:ahLst/>
              <a:cxnLst/>
              <a:rect l="l" t="t" r="r" b="b"/>
              <a:pathLst>
                <a:path w="774457" h="612931" extrusionOk="0">
                  <a:moveTo>
                    <a:pt x="18" y="573823"/>
                  </a:moveTo>
                  <a:cubicBezTo>
                    <a:pt x="18" y="573823"/>
                    <a:pt x="281634" y="671975"/>
                    <a:pt x="562928" y="557293"/>
                  </a:cubicBezTo>
                  <a:cubicBezTo>
                    <a:pt x="714738" y="489572"/>
                    <a:pt x="806281" y="356470"/>
                    <a:pt x="764219" y="148480"/>
                  </a:cubicBezTo>
                  <a:cubicBezTo>
                    <a:pt x="694697" y="-131372"/>
                    <a:pt x="226698" y="27947"/>
                    <a:pt x="336536" y="267663"/>
                  </a:cubicBezTo>
                  <a:cubicBezTo>
                    <a:pt x="254410" y="301875"/>
                    <a:pt x="275765" y="430079"/>
                    <a:pt x="369253" y="417241"/>
                  </a:cubicBezTo>
                  <a:cubicBezTo>
                    <a:pt x="339921" y="440847"/>
                    <a:pt x="345881" y="493191"/>
                    <a:pt x="382110" y="496702"/>
                  </a:cubicBezTo>
                  <a:cubicBezTo>
                    <a:pt x="241895" y="594854"/>
                    <a:pt x="0" y="573823"/>
                    <a:pt x="0" y="57382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79" name="Google Shape;279;p23"/>
            <p:cNvSpPr/>
            <p:nvPr/>
          </p:nvSpPr>
          <p:spPr>
            <a:xfrm>
              <a:off x="7402846" y="3398980"/>
              <a:ext cx="421371" cy="365761"/>
            </a:xfrm>
            <a:custGeom>
              <a:avLst/>
              <a:gdLst/>
              <a:ahLst/>
              <a:cxnLst/>
              <a:rect l="l" t="t" r="r" b="b"/>
              <a:pathLst>
                <a:path w="421371" h="365761" extrusionOk="0">
                  <a:moveTo>
                    <a:pt x="0" y="365742"/>
                  </a:moveTo>
                  <a:cubicBezTo>
                    <a:pt x="0" y="365742"/>
                    <a:pt x="51408" y="333601"/>
                    <a:pt x="60771" y="254734"/>
                  </a:cubicBezTo>
                  <a:cubicBezTo>
                    <a:pt x="70116" y="193963"/>
                    <a:pt x="94659" y="3511"/>
                    <a:pt x="248900" y="0"/>
                  </a:cubicBezTo>
                  <a:cubicBezTo>
                    <a:pt x="389114" y="-72"/>
                    <a:pt x="375106" y="126205"/>
                    <a:pt x="375106" y="126205"/>
                  </a:cubicBezTo>
                  <a:cubicBezTo>
                    <a:pt x="529346" y="287469"/>
                    <a:pt x="252411" y="424172"/>
                    <a:pt x="205667" y="231380"/>
                  </a:cubicBezTo>
                  <a:cubicBezTo>
                    <a:pt x="105175" y="253581"/>
                    <a:pt x="119201" y="366282"/>
                    <a:pt x="0" y="36576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80" name="Google Shape;280;p23"/>
            <p:cNvSpPr/>
            <p:nvPr/>
          </p:nvSpPr>
          <p:spPr>
            <a:xfrm>
              <a:off x="7602045" y="3556390"/>
              <a:ext cx="14967" cy="74689"/>
            </a:xfrm>
            <a:custGeom>
              <a:avLst/>
              <a:gdLst/>
              <a:ahLst/>
              <a:cxnLst/>
              <a:rect l="l" t="t" r="r" b="b"/>
              <a:pathLst>
                <a:path w="14967" h="74689" extrusionOk="0">
                  <a:moveTo>
                    <a:pt x="2759" y="74672"/>
                  </a:moveTo>
                  <a:cubicBezTo>
                    <a:pt x="-5541" y="31655"/>
                    <a:pt x="7477" y="1261"/>
                    <a:pt x="8036" y="0"/>
                  </a:cubicBezTo>
                  <a:lnTo>
                    <a:pt x="14967" y="3025"/>
                  </a:lnTo>
                  <a:cubicBezTo>
                    <a:pt x="14842" y="3313"/>
                    <a:pt x="2363" y="32663"/>
                    <a:pt x="10196" y="73249"/>
                  </a:cubicBezTo>
                  <a:lnTo>
                    <a:pt x="2777" y="7469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81" name="Google Shape;281;p23"/>
            <p:cNvSpPr/>
            <p:nvPr/>
          </p:nvSpPr>
          <p:spPr>
            <a:xfrm>
              <a:off x="7558942" y="3515966"/>
              <a:ext cx="122496" cy="48022"/>
            </a:xfrm>
            <a:custGeom>
              <a:avLst/>
              <a:gdLst/>
              <a:ahLst/>
              <a:cxnLst/>
              <a:rect l="l" t="t" r="r" b="b"/>
              <a:pathLst>
                <a:path w="122496" h="48022" extrusionOk="0">
                  <a:moveTo>
                    <a:pt x="70009" y="48023"/>
                  </a:moveTo>
                  <a:cubicBezTo>
                    <a:pt x="63400" y="48023"/>
                    <a:pt x="56846" y="47212"/>
                    <a:pt x="50453" y="45574"/>
                  </a:cubicBezTo>
                  <a:cubicBezTo>
                    <a:pt x="28126" y="39830"/>
                    <a:pt x="10210" y="24813"/>
                    <a:pt x="0" y="3241"/>
                  </a:cubicBezTo>
                  <a:lnTo>
                    <a:pt x="6843" y="0"/>
                  </a:lnTo>
                  <a:cubicBezTo>
                    <a:pt x="16080" y="19501"/>
                    <a:pt x="32232" y="33077"/>
                    <a:pt x="52345" y="38245"/>
                  </a:cubicBezTo>
                  <a:cubicBezTo>
                    <a:pt x="74078" y="43827"/>
                    <a:pt x="98027" y="38731"/>
                    <a:pt x="118067" y="24254"/>
                  </a:cubicBezTo>
                  <a:lnTo>
                    <a:pt x="122497" y="30376"/>
                  </a:lnTo>
                  <a:cubicBezTo>
                    <a:pt x="106471" y="41937"/>
                    <a:pt x="88105" y="48005"/>
                    <a:pt x="70026" y="4800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82" name="Google Shape;282;p23"/>
            <p:cNvSpPr/>
            <p:nvPr/>
          </p:nvSpPr>
          <p:spPr>
            <a:xfrm>
              <a:off x="7740103" y="3524753"/>
              <a:ext cx="41593" cy="57583"/>
            </a:xfrm>
            <a:custGeom>
              <a:avLst/>
              <a:gdLst/>
              <a:ahLst/>
              <a:cxnLst/>
              <a:rect l="l" t="t" r="r" b="b"/>
              <a:pathLst>
                <a:path w="41593" h="57583" extrusionOk="0">
                  <a:moveTo>
                    <a:pt x="3241" y="57584"/>
                  </a:moveTo>
                  <a:lnTo>
                    <a:pt x="0" y="50742"/>
                  </a:lnTo>
                  <a:cubicBezTo>
                    <a:pt x="20329" y="41126"/>
                    <a:pt x="31475" y="24542"/>
                    <a:pt x="34085" y="0"/>
                  </a:cubicBezTo>
                  <a:lnTo>
                    <a:pt x="41594" y="792"/>
                  </a:lnTo>
                  <a:cubicBezTo>
                    <a:pt x="38731" y="27784"/>
                    <a:pt x="25821" y="46888"/>
                    <a:pt x="3223" y="5756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83" name="Google Shape;283;p23"/>
            <p:cNvSpPr/>
            <p:nvPr/>
          </p:nvSpPr>
          <p:spPr>
            <a:xfrm>
              <a:off x="6969510" y="3574793"/>
              <a:ext cx="122064" cy="51245"/>
            </a:xfrm>
            <a:custGeom>
              <a:avLst/>
              <a:gdLst/>
              <a:ahLst/>
              <a:cxnLst/>
              <a:rect l="l" t="t" r="r" b="b"/>
              <a:pathLst>
                <a:path w="122064" h="51245" extrusionOk="0">
                  <a:moveTo>
                    <a:pt x="92011" y="51228"/>
                  </a:moveTo>
                  <a:cubicBezTo>
                    <a:pt x="26559" y="51228"/>
                    <a:pt x="306" y="4141"/>
                    <a:pt x="0" y="3601"/>
                  </a:cubicBezTo>
                  <a:lnTo>
                    <a:pt x="6644" y="0"/>
                  </a:lnTo>
                  <a:cubicBezTo>
                    <a:pt x="7923" y="2341"/>
                    <a:pt x="38695" y="56918"/>
                    <a:pt x="120606" y="40748"/>
                  </a:cubicBezTo>
                  <a:lnTo>
                    <a:pt x="122064" y="48167"/>
                  </a:lnTo>
                  <a:cubicBezTo>
                    <a:pt x="111242" y="50309"/>
                    <a:pt x="101213" y="51246"/>
                    <a:pt x="91993" y="5124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84" name="Google Shape;284;p23"/>
            <p:cNvSpPr/>
            <p:nvPr/>
          </p:nvSpPr>
          <p:spPr>
            <a:xfrm>
              <a:off x="7005342" y="3692553"/>
              <a:ext cx="55386" cy="37380"/>
            </a:xfrm>
            <a:custGeom>
              <a:avLst/>
              <a:gdLst/>
              <a:ahLst/>
              <a:cxnLst/>
              <a:rect l="l" t="t" r="r" b="b"/>
              <a:pathLst>
                <a:path w="55386" h="37380" extrusionOk="0">
                  <a:moveTo>
                    <a:pt x="414" y="37381"/>
                  </a:moveTo>
                  <a:lnTo>
                    <a:pt x="0" y="29836"/>
                  </a:lnTo>
                  <a:cubicBezTo>
                    <a:pt x="306" y="29818"/>
                    <a:pt x="31078" y="27748"/>
                    <a:pt x="49031" y="0"/>
                  </a:cubicBezTo>
                  <a:lnTo>
                    <a:pt x="55387" y="4105"/>
                  </a:lnTo>
                  <a:cubicBezTo>
                    <a:pt x="35292" y="35166"/>
                    <a:pt x="1837" y="37309"/>
                    <a:pt x="414" y="3738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85" name="Google Shape;285;p23"/>
            <p:cNvSpPr/>
            <p:nvPr/>
          </p:nvSpPr>
          <p:spPr>
            <a:xfrm>
              <a:off x="7079569" y="3485482"/>
              <a:ext cx="188915" cy="215966"/>
            </a:xfrm>
            <a:custGeom>
              <a:avLst/>
              <a:gdLst/>
              <a:ahLst/>
              <a:cxnLst/>
              <a:rect l="l" t="t" r="r" b="b"/>
              <a:pathLst>
                <a:path w="188915" h="215966" extrusionOk="0">
                  <a:moveTo>
                    <a:pt x="169541" y="215948"/>
                  </a:moveTo>
                  <a:cubicBezTo>
                    <a:pt x="155496" y="215948"/>
                    <a:pt x="143018" y="210619"/>
                    <a:pt x="135725" y="200769"/>
                  </a:cubicBezTo>
                  <a:cubicBezTo>
                    <a:pt x="127568" y="189731"/>
                    <a:pt x="127352" y="175525"/>
                    <a:pt x="134897" y="160777"/>
                  </a:cubicBezTo>
                  <a:cubicBezTo>
                    <a:pt x="70525" y="179396"/>
                    <a:pt x="22592" y="164739"/>
                    <a:pt x="5684" y="120714"/>
                  </a:cubicBezTo>
                  <a:cubicBezTo>
                    <a:pt x="-11439" y="76148"/>
                    <a:pt x="11680" y="18601"/>
                    <a:pt x="54175" y="0"/>
                  </a:cubicBezTo>
                  <a:lnTo>
                    <a:pt x="57200" y="6933"/>
                  </a:lnTo>
                  <a:cubicBezTo>
                    <a:pt x="14507" y="25623"/>
                    <a:pt x="-1482" y="80992"/>
                    <a:pt x="12743" y="118013"/>
                  </a:cubicBezTo>
                  <a:cubicBezTo>
                    <a:pt x="28876" y="160003"/>
                    <a:pt x="77241" y="172175"/>
                    <a:pt x="142135" y="150622"/>
                  </a:cubicBezTo>
                  <a:lnTo>
                    <a:pt x="153119" y="146967"/>
                  </a:lnTo>
                  <a:lnTo>
                    <a:pt x="146403" y="156402"/>
                  </a:lnTo>
                  <a:cubicBezTo>
                    <a:pt x="135779" y="171329"/>
                    <a:pt x="134104" y="185860"/>
                    <a:pt x="141793" y="196286"/>
                  </a:cubicBezTo>
                  <a:cubicBezTo>
                    <a:pt x="150382" y="207900"/>
                    <a:pt x="168370" y="211591"/>
                    <a:pt x="186521" y="205559"/>
                  </a:cubicBezTo>
                  <a:lnTo>
                    <a:pt x="188916" y="212725"/>
                  </a:lnTo>
                  <a:cubicBezTo>
                    <a:pt x="182361" y="214922"/>
                    <a:pt x="175789" y="215967"/>
                    <a:pt x="169523" y="21596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86" name="Google Shape;286;p23"/>
            <p:cNvSpPr/>
            <p:nvPr/>
          </p:nvSpPr>
          <p:spPr>
            <a:xfrm>
              <a:off x="7042380" y="3659512"/>
              <a:ext cx="48833" cy="48004"/>
            </a:xfrm>
            <a:custGeom>
              <a:avLst/>
              <a:gdLst/>
              <a:ahLst/>
              <a:cxnLst/>
              <a:rect l="l" t="t" r="r" b="b"/>
              <a:pathLst>
                <a:path w="48833" h="48004" extrusionOk="0">
                  <a:moveTo>
                    <a:pt x="41486" y="48005"/>
                  </a:moveTo>
                  <a:cubicBezTo>
                    <a:pt x="29782" y="48005"/>
                    <a:pt x="20419" y="44908"/>
                    <a:pt x="13577" y="38767"/>
                  </a:cubicBezTo>
                  <a:cubicBezTo>
                    <a:pt x="4735" y="30827"/>
                    <a:pt x="162" y="17808"/>
                    <a:pt x="0" y="72"/>
                  </a:cubicBezTo>
                  <a:lnTo>
                    <a:pt x="7563" y="0"/>
                  </a:lnTo>
                  <a:cubicBezTo>
                    <a:pt x="7707" y="15521"/>
                    <a:pt x="11416" y="26685"/>
                    <a:pt x="18618" y="33131"/>
                  </a:cubicBezTo>
                  <a:cubicBezTo>
                    <a:pt x="25173" y="39020"/>
                    <a:pt x="35076" y="41378"/>
                    <a:pt x="48094" y="40082"/>
                  </a:cubicBezTo>
                  <a:lnTo>
                    <a:pt x="48833" y="47609"/>
                  </a:lnTo>
                  <a:cubicBezTo>
                    <a:pt x="46294" y="47861"/>
                    <a:pt x="43827" y="47987"/>
                    <a:pt x="41469" y="4798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87" name="Google Shape;287;p23"/>
            <p:cNvSpPr/>
            <p:nvPr/>
          </p:nvSpPr>
          <p:spPr>
            <a:xfrm>
              <a:off x="6649161" y="3785434"/>
              <a:ext cx="1076253" cy="350301"/>
            </a:xfrm>
            <a:custGeom>
              <a:avLst/>
              <a:gdLst/>
              <a:ahLst/>
              <a:cxnLst/>
              <a:rect l="l" t="t" r="r" b="b"/>
              <a:pathLst>
                <a:path w="1076253" h="350301" extrusionOk="0">
                  <a:moveTo>
                    <a:pt x="0" y="172080"/>
                  </a:moveTo>
                  <a:cubicBezTo>
                    <a:pt x="0" y="172080"/>
                    <a:pt x="186184" y="249201"/>
                    <a:pt x="397001" y="217654"/>
                  </a:cubicBezTo>
                  <a:cubicBezTo>
                    <a:pt x="607818" y="186107"/>
                    <a:pt x="664303" y="21350"/>
                    <a:pt x="823801" y="319"/>
                  </a:cubicBezTo>
                  <a:cubicBezTo>
                    <a:pt x="907674" y="-3516"/>
                    <a:pt x="991962" y="27130"/>
                    <a:pt x="1039966" y="98759"/>
                  </a:cubicBezTo>
                  <a:cubicBezTo>
                    <a:pt x="1074754" y="150689"/>
                    <a:pt x="1089537" y="223488"/>
                    <a:pt x="1061718" y="281774"/>
                  </a:cubicBezTo>
                  <a:cubicBezTo>
                    <a:pt x="1030603" y="347010"/>
                    <a:pt x="928976" y="376000"/>
                    <a:pt x="874471" y="322252"/>
                  </a:cubicBezTo>
                  <a:cubicBezTo>
                    <a:pt x="849262" y="297385"/>
                    <a:pt x="835830" y="257970"/>
                    <a:pt x="834318" y="222930"/>
                  </a:cubicBezTo>
                  <a:cubicBezTo>
                    <a:pt x="804337" y="210631"/>
                    <a:pt x="772358" y="206490"/>
                    <a:pt x="737912" y="212414"/>
                  </a:cubicBezTo>
                  <a:cubicBezTo>
                    <a:pt x="737912" y="212414"/>
                    <a:pt x="606449" y="338025"/>
                    <a:pt x="441692" y="338025"/>
                  </a:cubicBezTo>
                  <a:cubicBezTo>
                    <a:pt x="188129" y="327510"/>
                    <a:pt x="0" y="172098"/>
                    <a:pt x="0" y="17209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88" name="Google Shape;288;p23"/>
            <p:cNvSpPr/>
            <p:nvPr/>
          </p:nvSpPr>
          <p:spPr>
            <a:xfrm>
              <a:off x="7479335" y="3930595"/>
              <a:ext cx="38463" cy="78074"/>
            </a:xfrm>
            <a:custGeom>
              <a:avLst/>
              <a:gdLst/>
              <a:ahLst/>
              <a:cxnLst/>
              <a:rect l="l" t="t" r="r" b="b"/>
              <a:pathLst>
                <a:path w="38463" h="78074" extrusionOk="0">
                  <a:moveTo>
                    <a:pt x="380" y="78075"/>
                  </a:moveTo>
                  <a:cubicBezTo>
                    <a:pt x="-4139" y="22850"/>
                    <a:pt x="33098" y="900"/>
                    <a:pt x="34700" y="0"/>
                  </a:cubicBezTo>
                  <a:lnTo>
                    <a:pt x="38464" y="6554"/>
                  </a:lnTo>
                  <a:cubicBezTo>
                    <a:pt x="37041" y="7382"/>
                    <a:pt x="3820" y="27189"/>
                    <a:pt x="7925" y="77463"/>
                  </a:cubicBezTo>
                  <a:lnTo>
                    <a:pt x="399" y="7807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89" name="Google Shape;289;p23"/>
            <p:cNvSpPr/>
            <p:nvPr/>
          </p:nvSpPr>
          <p:spPr>
            <a:xfrm>
              <a:off x="7306099" y="3994085"/>
              <a:ext cx="81442" cy="28863"/>
            </a:xfrm>
            <a:custGeom>
              <a:avLst/>
              <a:gdLst/>
              <a:ahLst/>
              <a:cxnLst/>
              <a:rect l="l" t="t" r="r" b="b"/>
              <a:pathLst>
                <a:path w="81442" h="28863" extrusionOk="0">
                  <a:moveTo>
                    <a:pt x="2881" y="28846"/>
                  </a:moveTo>
                  <a:lnTo>
                    <a:pt x="0" y="21860"/>
                  </a:lnTo>
                  <a:cubicBezTo>
                    <a:pt x="27765" y="10443"/>
                    <a:pt x="53335" y="3493"/>
                    <a:pt x="80488" y="0"/>
                  </a:cubicBezTo>
                  <a:lnTo>
                    <a:pt x="81442" y="7508"/>
                  </a:lnTo>
                  <a:cubicBezTo>
                    <a:pt x="54955" y="10912"/>
                    <a:pt x="29999" y="17700"/>
                    <a:pt x="2881" y="2886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4"/>
          <p:cNvSpPr txBox="1">
            <a:spLocks noGrp="1"/>
          </p:cNvSpPr>
          <p:nvPr>
            <p:ph type="title"/>
          </p:nvPr>
        </p:nvSpPr>
        <p:spPr>
          <a:xfrm>
            <a:off x="720000" y="347472"/>
            <a:ext cx="7704000" cy="640200"/>
          </a:xfrm>
          <a:prstGeom prst="rect">
            <a:avLst/>
          </a:prstGeom>
        </p:spPr>
        <p:txBody>
          <a:bodyPr spcFirstLastPara="1" wrap="square" lIns="91425" tIns="91425" rIns="91425" bIns="91425" anchor="t" anchorCtr="0">
            <a:noAutofit/>
          </a:bodyPr>
          <a:lstStyle/>
          <a:p>
            <a:pPr lvl="0"/>
            <a:r>
              <a:rPr lang="en-IN" dirty="0"/>
              <a:t>Project Objective</a:t>
            </a:r>
            <a:endParaRPr dirty="0"/>
          </a:p>
        </p:txBody>
      </p:sp>
      <p:grpSp>
        <p:nvGrpSpPr>
          <p:cNvPr id="299" name="Google Shape;299;p24"/>
          <p:cNvGrpSpPr/>
          <p:nvPr/>
        </p:nvGrpSpPr>
        <p:grpSpPr>
          <a:xfrm>
            <a:off x="8157087" y="152395"/>
            <a:ext cx="834517" cy="914404"/>
            <a:chOff x="3132210" y="701630"/>
            <a:chExt cx="528242" cy="574952"/>
          </a:xfrm>
        </p:grpSpPr>
        <p:sp>
          <p:nvSpPr>
            <p:cNvPr id="300" name="Google Shape;300;p24"/>
            <p:cNvSpPr/>
            <p:nvPr/>
          </p:nvSpPr>
          <p:spPr>
            <a:xfrm>
              <a:off x="3132210" y="782639"/>
              <a:ext cx="262381" cy="493943"/>
            </a:xfrm>
            <a:custGeom>
              <a:avLst/>
              <a:gdLst/>
              <a:ahLst/>
              <a:cxnLst/>
              <a:rect l="l" t="t" r="r" b="b"/>
              <a:pathLst>
                <a:path w="262381" h="493943" extrusionOk="0">
                  <a:moveTo>
                    <a:pt x="243547" y="9475"/>
                  </a:moveTo>
                  <a:cubicBezTo>
                    <a:pt x="233500" y="-6029"/>
                    <a:pt x="84084" y="76"/>
                    <a:pt x="69139" y="9475"/>
                  </a:cubicBezTo>
                  <a:cubicBezTo>
                    <a:pt x="54194" y="18874"/>
                    <a:pt x="-8251" y="172809"/>
                    <a:pt x="914" y="184765"/>
                  </a:cubicBezTo>
                  <a:cubicBezTo>
                    <a:pt x="10079" y="196739"/>
                    <a:pt x="104053" y="182802"/>
                    <a:pt x="107834" y="191211"/>
                  </a:cubicBezTo>
                  <a:cubicBezTo>
                    <a:pt x="111616" y="199620"/>
                    <a:pt x="32316" y="345056"/>
                    <a:pt x="37557" y="355914"/>
                  </a:cubicBezTo>
                  <a:cubicBezTo>
                    <a:pt x="42796" y="366772"/>
                    <a:pt x="131639" y="355914"/>
                    <a:pt x="131639" y="355914"/>
                  </a:cubicBezTo>
                  <a:cubicBezTo>
                    <a:pt x="131639" y="355914"/>
                    <a:pt x="50845" y="486207"/>
                    <a:pt x="58551" y="493734"/>
                  </a:cubicBezTo>
                  <a:cubicBezTo>
                    <a:pt x="66276" y="501260"/>
                    <a:pt x="262382" y="303750"/>
                    <a:pt x="262382" y="291866"/>
                  </a:cubicBezTo>
                  <a:cubicBezTo>
                    <a:pt x="262382" y="279982"/>
                    <a:pt x="167885" y="295251"/>
                    <a:pt x="160124" y="284069"/>
                  </a:cubicBezTo>
                  <a:cubicBezTo>
                    <a:pt x="152346" y="272888"/>
                    <a:pt x="244178" y="142379"/>
                    <a:pt x="240613" y="132907"/>
                  </a:cubicBezTo>
                  <a:cubicBezTo>
                    <a:pt x="237047" y="123454"/>
                    <a:pt x="181336" y="132907"/>
                    <a:pt x="181336" y="132907"/>
                  </a:cubicBezTo>
                  <a:cubicBezTo>
                    <a:pt x="181336" y="132907"/>
                    <a:pt x="253595" y="24978"/>
                    <a:pt x="243547" y="947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01" name="Google Shape;301;p24"/>
            <p:cNvSpPr/>
            <p:nvPr/>
          </p:nvSpPr>
          <p:spPr>
            <a:xfrm rot="-3478766">
              <a:off x="3254126" y="1117630"/>
              <a:ext cx="39758" cy="7559"/>
            </a:xfrm>
            <a:custGeom>
              <a:avLst/>
              <a:gdLst/>
              <a:ahLst/>
              <a:cxnLst/>
              <a:rect l="l" t="t" r="r" b="b"/>
              <a:pathLst>
                <a:path w="39775" h="7562" extrusionOk="0">
                  <a:moveTo>
                    <a:pt x="0" y="0"/>
                  </a:moveTo>
                  <a:lnTo>
                    <a:pt x="39776" y="0"/>
                  </a:lnTo>
                  <a:lnTo>
                    <a:pt x="39776" y="7562"/>
                  </a:lnTo>
                  <a:lnTo>
                    <a:pt x="0" y="756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02" name="Google Shape;302;p24"/>
            <p:cNvSpPr/>
            <p:nvPr/>
          </p:nvSpPr>
          <p:spPr>
            <a:xfrm rot="-3509744">
              <a:off x="3229976" y="951408"/>
              <a:ext cx="44758" cy="7561"/>
            </a:xfrm>
            <a:custGeom>
              <a:avLst/>
              <a:gdLst/>
              <a:ahLst/>
              <a:cxnLst/>
              <a:rect l="l" t="t" r="r" b="b"/>
              <a:pathLst>
                <a:path w="44763" h="7562" extrusionOk="0">
                  <a:moveTo>
                    <a:pt x="1" y="0"/>
                  </a:moveTo>
                  <a:lnTo>
                    <a:pt x="44764" y="0"/>
                  </a:lnTo>
                  <a:lnTo>
                    <a:pt x="44764" y="7563"/>
                  </a:lnTo>
                  <a:lnTo>
                    <a:pt x="1" y="756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03" name="Google Shape;303;p24"/>
            <p:cNvSpPr/>
            <p:nvPr/>
          </p:nvSpPr>
          <p:spPr>
            <a:xfrm>
              <a:off x="3443170" y="701630"/>
              <a:ext cx="217282" cy="324405"/>
            </a:xfrm>
            <a:custGeom>
              <a:avLst/>
              <a:gdLst/>
              <a:ahLst/>
              <a:cxnLst/>
              <a:rect l="l" t="t" r="r" b="b"/>
              <a:pathLst>
                <a:path w="217282" h="324405" extrusionOk="0">
                  <a:moveTo>
                    <a:pt x="182495" y="8412"/>
                  </a:moveTo>
                  <a:cubicBezTo>
                    <a:pt x="176913" y="-1527"/>
                    <a:pt x="78149" y="-4012"/>
                    <a:pt x="59837" y="8412"/>
                  </a:cubicBezTo>
                  <a:cubicBezTo>
                    <a:pt x="41524" y="20836"/>
                    <a:pt x="-8173" y="153020"/>
                    <a:pt x="1155" y="166110"/>
                  </a:cubicBezTo>
                  <a:cubicBezTo>
                    <a:pt x="10464" y="179201"/>
                    <a:pt x="77554" y="165498"/>
                    <a:pt x="81894" y="174231"/>
                  </a:cubicBezTo>
                  <a:cubicBezTo>
                    <a:pt x="86234" y="182982"/>
                    <a:pt x="29100" y="316840"/>
                    <a:pt x="37491" y="324223"/>
                  </a:cubicBezTo>
                  <a:cubicBezTo>
                    <a:pt x="45882" y="331605"/>
                    <a:pt x="217283" y="112866"/>
                    <a:pt x="217283" y="101936"/>
                  </a:cubicBezTo>
                  <a:cubicBezTo>
                    <a:pt x="217283" y="91007"/>
                    <a:pt x="152388" y="101936"/>
                    <a:pt x="147095" y="93491"/>
                  </a:cubicBezTo>
                  <a:cubicBezTo>
                    <a:pt x="141819" y="85047"/>
                    <a:pt x="188077" y="18334"/>
                    <a:pt x="182495" y="841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04" name="Google Shape;304;p24"/>
            <p:cNvSpPr/>
            <p:nvPr/>
          </p:nvSpPr>
          <p:spPr>
            <a:xfrm rot="-34376">
              <a:off x="3525054" y="871198"/>
              <a:ext cx="34735" cy="7562"/>
            </a:xfrm>
            <a:custGeom>
              <a:avLst/>
              <a:gdLst/>
              <a:ahLst/>
              <a:cxnLst/>
              <a:rect l="l" t="t" r="r" b="b"/>
              <a:pathLst>
                <a:path w="34733" h="7562" extrusionOk="0">
                  <a:moveTo>
                    <a:pt x="0" y="0"/>
                  </a:moveTo>
                  <a:lnTo>
                    <a:pt x="34734" y="0"/>
                  </a:lnTo>
                  <a:lnTo>
                    <a:pt x="34734" y="7562"/>
                  </a:lnTo>
                  <a:lnTo>
                    <a:pt x="0" y="756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05" name="Google Shape;305;p24"/>
            <p:cNvSpPr/>
            <p:nvPr/>
          </p:nvSpPr>
          <p:spPr>
            <a:xfrm>
              <a:off x="3549643" y="791340"/>
              <a:ext cx="40621" cy="7562"/>
            </a:xfrm>
            <a:custGeom>
              <a:avLst/>
              <a:gdLst/>
              <a:ahLst/>
              <a:cxnLst/>
              <a:rect l="l" t="t" r="r" b="b"/>
              <a:pathLst>
                <a:path w="40621" h="7562" extrusionOk="0">
                  <a:moveTo>
                    <a:pt x="0" y="0"/>
                  </a:moveTo>
                  <a:lnTo>
                    <a:pt x="40622" y="0"/>
                  </a:lnTo>
                  <a:lnTo>
                    <a:pt x="40622" y="7563"/>
                  </a:lnTo>
                  <a:lnTo>
                    <a:pt x="0" y="756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5" name="Rectangle 1">
            <a:extLst>
              <a:ext uri="{FF2B5EF4-FFF2-40B4-BE49-F238E27FC236}">
                <a16:creationId xmlns:a16="http://schemas.microsoft.com/office/drawing/2014/main" id="{27E72D11-3747-10E1-E4B3-B5B9534540A5}"/>
              </a:ext>
            </a:extLst>
          </p:cNvPr>
          <p:cNvSpPr>
            <a:spLocks noChangeArrowheads="1"/>
          </p:cNvSpPr>
          <p:nvPr/>
        </p:nvSpPr>
        <p:spPr bwMode="auto">
          <a:xfrm>
            <a:off x="507067" y="1231740"/>
            <a:ext cx="838792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ctor" panose="020B0604020202020204" charset="0"/>
              </a:rPr>
              <a:t> </a:t>
            </a:r>
            <a:r>
              <a:rPr kumimoji="0" lang="en-GB" altLang="en-US" sz="2000" b="0" i="0" u="none" strike="noStrike" cap="none" normalizeH="0" baseline="0" dirty="0">
                <a:ln>
                  <a:noFill/>
                </a:ln>
                <a:solidFill>
                  <a:schemeClr val="tx1"/>
                </a:solidFill>
                <a:effectLst/>
                <a:latin typeface="Actor" panose="020B0604020202020204" charset="0"/>
              </a:rPr>
              <a:t>Predict weather conditions using ML</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solidFill>
                <a:schemeClr val="tx1"/>
              </a:solidFill>
              <a:latin typeface="Actor"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ctor" panose="020B0604020202020204" charset="0"/>
              </a:rPr>
              <a:t> Use historical weather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Actor"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solidFill>
                <a:schemeClr val="tx1"/>
              </a:solidFill>
              <a:latin typeface="Actor"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Actor" panose="020B0604020202020204" charset="0"/>
            </a:endParaRPr>
          </a:p>
        </p:txBody>
      </p:sp>
      <p:sp>
        <p:nvSpPr>
          <p:cNvPr id="10" name="Rectangle 8">
            <a:extLst>
              <a:ext uri="{FF2B5EF4-FFF2-40B4-BE49-F238E27FC236}">
                <a16:creationId xmlns:a16="http://schemas.microsoft.com/office/drawing/2014/main" id="{4D57A9E4-A68E-6CFF-9702-45EEA6791772}"/>
              </a:ext>
            </a:extLst>
          </p:cNvPr>
          <p:cNvSpPr>
            <a:spLocks noChangeArrowheads="1"/>
          </p:cNvSpPr>
          <p:nvPr/>
        </p:nvSpPr>
        <p:spPr bwMode="auto">
          <a:xfrm>
            <a:off x="507067" y="2410704"/>
            <a:ext cx="821971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ctor" panose="020B0604020202020204" charset="0"/>
              </a:rPr>
              <a:t>Compare multiple ML models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ctor"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ctor" panose="020B0604020202020204" charset="0"/>
              </a:rPr>
              <a:t>Select best-performing model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ctor" panose="020B06040202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5"/>
          <p:cNvSpPr txBox="1">
            <a:spLocks noGrp="1"/>
          </p:cNvSpPr>
          <p:nvPr>
            <p:ph type="title" idx="15"/>
          </p:nvPr>
        </p:nvSpPr>
        <p:spPr>
          <a:xfrm>
            <a:off x="720000" y="347472"/>
            <a:ext cx="7704000" cy="640200"/>
          </a:xfrm>
          <a:prstGeom prst="rect">
            <a:avLst/>
          </a:prstGeom>
        </p:spPr>
        <p:txBody>
          <a:bodyPr spcFirstLastPara="1" wrap="square" lIns="91425" tIns="91425" rIns="91425" bIns="91425" anchor="t" anchorCtr="0">
            <a:noAutofit/>
          </a:bodyPr>
          <a:lstStyle/>
          <a:p>
            <a:pPr lvl="0"/>
            <a:r>
              <a:rPr lang="en-IN" dirty="0"/>
              <a:t>Work Completed So Far</a:t>
            </a:r>
            <a:endParaRPr dirty="0"/>
          </a:p>
        </p:txBody>
      </p:sp>
      <p:sp>
        <p:nvSpPr>
          <p:cNvPr id="315" name="Google Shape;315;p25"/>
          <p:cNvSpPr txBox="1">
            <a:spLocks noGrp="1"/>
          </p:cNvSpPr>
          <p:nvPr>
            <p:ph type="title"/>
          </p:nvPr>
        </p:nvSpPr>
        <p:spPr>
          <a:xfrm>
            <a:off x="1201899" y="1482378"/>
            <a:ext cx="7335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01</a:t>
            </a:r>
            <a:endParaRPr dirty="0"/>
          </a:p>
        </p:txBody>
      </p:sp>
      <p:sp>
        <p:nvSpPr>
          <p:cNvPr id="316" name="Google Shape;316;p25"/>
          <p:cNvSpPr txBox="1">
            <a:spLocks noGrp="1"/>
          </p:cNvSpPr>
          <p:nvPr>
            <p:ph type="title" idx="5"/>
          </p:nvPr>
        </p:nvSpPr>
        <p:spPr>
          <a:xfrm>
            <a:off x="1201899" y="2618387"/>
            <a:ext cx="7314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sp>
        <p:nvSpPr>
          <p:cNvPr id="317" name="Google Shape;317;p25"/>
          <p:cNvSpPr txBox="1">
            <a:spLocks noGrp="1"/>
          </p:cNvSpPr>
          <p:nvPr>
            <p:ph type="title" idx="6"/>
          </p:nvPr>
        </p:nvSpPr>
        <p:spPr>
          <a:xfrm>
            <a:off x="1201899" y="2060816"/>
            <a:ext cx="731400" cy="54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sp>
        <p:nvSpPr>
          <p:cNvPr id="319" name="Google Shape;319;p25"/>
          <p:cNvSpPr txBox="1">
            <a:spLocks noGrp="1"/>
          </p:cNvSpPr>
          <p:nvPr>
            <p:ph type="subTitle" idx="8"/>
          </p:nvPr>
        </p:nvSpPr>
        <p:spPr>
          <a:xfrm>
            <a:off x="1933299" y="1426891"/>
            <a:ext cx="6932095" cy="588122"/>
          </a:xfrm>
          <a:prstGeom prst="rect">
            <a:avLst/>
          </a:prstGeom>
        </p:spPr>
        <p:txBody>
          <a:bodyPr spcFirstLastPara="1" wrap="square" lIns="91425" tIns="91425" rIns="91425" bIns="91425" anchor="b" anchorCtr="0">
            <a:noAutofit/>
          </a:bodyPr>
          <a:lstStyle/>
          <a:p>
            <a:pPr marL="0" lvl="0" indent="0"/>
            <a:r>
              <a:rPr lang="en-IN" sz="2000" dirty="0"/>
              <a:t>Data cleaning and preprocessing</a:t>
            </a:r>
            <a:endParaRPr sz="2000" dirty="0"/>
          </a:p>
        </p:txBody>
      </p:sp>
      <p:sp>
        <p:nvSpPr>
          <p:cNvPr id="320" name="Google Shape;320;p25"/>
          <p:cNvSpPr txBox="1">
            <a:spLocks noGrp="1"/>
          </p:cNvSpPr>
          <p:nvPr>
            <p:ph type="subTitle" idx="9"/>
          </p:nvPr>
        </p:nvSpPr>
        <p:spPr>
          <a:xfrm>
            <a:off x="1933298" y="2536562"/>
            <a:ext cx="6348555" cy="548700"/>
          </a:xfrm>
          <a:prstGeom prst="rect">
            <a:avLst/>
          </a:prstGeom>
        </p:spPr>
        <p:txBody>
          <a:bodyPr spcFirstLastPara="1" wrap="square" lIns="91425" tIns="91425" rIns="91425" bIns="91425" anchor="b" anchorCtr="0">
            <a:noAutofit/>
          </a:bodyPr>
          <a:lstStyle/>
          <a:p>
            <a:pPr marL="0" lvl="0" indent="0"/>
            <a:r>
              <a:rPr lang="en-IN" sz="2000" dirty="0">
                <a:latin typeface="Alata" panose="020B0604020202020204" charset="0"/>
                <a:cs typeface="Alata" panose="020B0604020202020204" charset="0"/>
              </a:rPr>
              <a:t>Feature engineering applied</a:t>
            </a:r>
            <a:endParaRPr sz="2000" dirty="0">
              <a:latin typeface="Alata" panose="020B0604020202020204" charset="0"/>
              <a:cs typeface="Alata" panose="020B0604020202020204" charset="0"/>
            </a:endParaRPr>
          </a:p>
        </p:txBody>
      </p:sp>
      <p:grpSp>
        <p:nvGrpSpPr>
          <p:cNvPr id="323" name="Google Shape;323;p25"/>
          <p:cNvGrpSpPr/>
          <p:nvPr/>
        </p:nvGrpSpPr>
        <p:grpSpPr>
          <a:xfrm>
            <a:off x="7509600" y="1178805"/>
            <a:ext cx="1477805" cy="281439"/>
            <a:chOff x="4839550" y="841767"/>
            <a:chExt cx="1477805" cy="281439"/>
          </a:xfrm>
        </p:grpSpPr>
        <p:sp>
          <p:nvSpPr>
            <p:cNvPr id="324" name="Google Shape;324;p25"/>
            <p:cNvSpPr/>
            <p:nvPr/>
          </p:nvSpPr>
          <p:spPr>
            <a:xfrm>
              <a:off x="4839550" y="841767"/>
              <a:ext cx="1477805" cy="281439"/>
            </a:xfrm>
            <a:custGeom>
              <a:avLst/>
              <a:gdLst/>
              <a:ahLst/>
              <a:cxnLst/>
              <a:rect l="l" t="t" r="r" b="b"/>
              <a:pathLst>
                <a:path w="1477805" h="281439" extrusionOk="0">
                  <a:moveTo>
                    <a:pt x="1477806" y="281440"/>
                  </a:moveTo>
                  <a:lnTo>
                    <a:pt x="0" y="281440"/>
                  </a:lnTo>
                  <a:cubicBezTo>
                    <a:pt x="73483" y="202573"/>
                    <a:pt x="125234" y="182658"/>
                    <a:pt x="159445" y="210333"/>
                  </a:cubicBezTo>
                  <a:cubicBezTo>
                    <a:pt x="281869" y="115963"/>
                    <a:pt x="393814" y="122877"/>
                    <a:pt x="443817" y="188330"/>
                  </a:cubicBezTo>
                  <a:cubicBezTo>
                    <a:pt x="514888" y="-46237"/>
                    <a:pt x="761447" y="-43662"/>
                    <a:pt x="849551" y="97200"/>
                  </a:cubicBezTo>
                  <a:cubicBezTo>
                    <a:pt x="957696" y="-2518"/>
                    <a:pt x="1142260" y="82939"/>
                    <a:pt x="1202941" y="210333"/>
                  </a:cubicBezTo>
                  <a:cubicBezTo>
                    <a:pt x="1285481" y="170864"/>
                    <a:pt x="1381634" y="177490"/>
                    <a:pt x="1477806" y="28144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5" name="Google Shape;325;p25"/>
            <p:cNvSpPr/>
            <p:nvPr/>
          </p:nvSpPr>
          <p:spPr>
            <a:xfrm>
              <a:off x="5979073" y="1048769"/>
              <a:ext cx="65218" cy="51119"/>
            </a:xfrm>
            <a:custGeom>
              <a:avLst/>
              <a:gdLst/>
              <a:ahLst/>
              <a:cxnLst/>
              <a:rect l="l" t="t" r="r" b="b"/>
              <a:pathLst>
                <a:path w="65218" h="51119" extrusionOk="0">
                  <a:moveTo>
                    <a:pt x="5492" y="51119"/>
                  </a:moveTo>
                  <a:lnTo>
                    <a:pt x="0" y="45916"/>
                  </a:lnTo>
                  <a:cubicBezTo>
                    <a:pt x="24686" y="19843"/>
                    <a:pt x="60159" y="810"/>
                    <a:pt x="61654" y="0"/>
                  </a:cubicBezTo>
                  <a:lnTo>
                    <a:pt x="65219" y="6680"/>
                  </a:lnTo>
                  <a:cubicBezTo>
                    <a:pt x="64858" y="6860"/>
                    <a:pt x="29332" y="25947"/>
                    <a:pt x="5510" y="5111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6" name="Google Shape;326;p25"/>
            <p:cNvSpPr/>
            <p:nvPr/>
          </p:nvSpPr>
          <p:spPr>
            <a:xfrm>
              <a:off x="5685914" y="936950"/>
              <a:ext cx="55009" cy="109459"/>
            </a:xfrm>
            <a:custGeom>
              <a:avLst/>
              <a:gdLst/>
              <a:ahLst/>
              <a:cxnLst/>
              <a:rect l="l" t="t" r="r" b="b"/>
              <a:pathLst>
                <a:path w="55009" h="109459" extrusionOk="0">
                  <a:moveTo>
                    <a:pt x="47735" y="109460"/>
                  </a:moveTo>
                  <a:cubicBezTo>
                    <a:pt x="33780" y="57620"/>
                    <a:pt x="342" y="4574"/>
                    <a:pt x="0" y="4051"/>
                  </a:cubicBezTo>
                  <a:lnTo>
                    <a:pt x="6374" y="0"/>
                  </a:lnTo>
                  <a:cubicBezTo>
                    <a:pt x="6716" y="540"/>
                    <a:pt x="40749" y="54523"/>
                    <a:pt x="55009" y="107497"/>
                  </a:cubicBezTo>
                  <a:lnTo>
                    <a:pt x="47716" y="10946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7" name="Google Shape;327;p25"/>
            <p:cNvSpPr/>
            <p:nvPr/>
          </p:nvSpPr>
          <p:spPr>
            <a:xfrm rot="-4672513">
              <a:off x="5254718" y="1048913"/>
              <a:ext cx="46609" cy="7561"/>
            </a:xfrm>
            <a:custGeom>
              <a:avLst/>
              <a:gdLst/>
              <a:ahLst/>
              <a:cxnLst/>
              <a:rect l="l" t="t" r="r" b="b"/>
              <a:pathLst>
                <a:path w="46618" h="7562" extrusionOk="0">
                  <a:moveTo>
                    <a:pt x="0" y="0"/>
                  </a:moveTo>
                  <a:lnTo>
                    <a:pt x="46618" y="0"/>
                  </a:lnTo>
                  <a:lnTo>
                    <a:pt x="46618" y="7562"/>
                  </a:lnTo>
                  <a:lnTo>
                    <a:pt x="0" y="7562"/>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8" name="Google Shape;328;p25"/>
            <p:cNvSpPr/>
            <p:nvPr/>
          </p:nvSpPr>
          <p:spPr>
            <a:xfrm>
              <a:off x="5667188" y="1040531"/>
              <a:ext cx="139170" cy="48751"/>
            </a:xfrm>
            <a:custGeom>
              <a:avLst/>
              <a:gdLst/>
              <a:ahLst/>
              <a:cxnLst/>
              <a:rect l="l" t="t" r="r" b="b"/>
              <a:pathLst>
                <a:path w="139170" h="48751" extrusionOk="0">
                  <a:moveTo>
                    <a:pt x="5492" y="48734"/>
                  </a:moveTo>
                  <a:lnTo>
                    <a:pt x="0" y="43548"/>
                  </a:lnTo>
                  <a:cubicBezTo>
                    <a:pt x="45448" y="-4547"/>
                    <a:pt x="92264" y="-12848"/>
                    <a:pt x="139170" y="18861"/>
                  </a:cubicBezTo>
                  <a:lnTo>
                    <a:pt x="134938" y="25127"/>
                  </a:lnTo>
                  <a:cubicBezTo>
                    <a:pt x="90950" y="-4619"/>
                    <a:pt x="48617" y="3106"/>
                    <a:pt x="5492" y="4875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9" name="Google Shape;329;p25"/>
            <p:cNvSpPr/>
            <p:nvPr/>
          </p:nvSpPr>
          <p:spPr>
            <a:xfrm>
              <a:off x="4996889" y="1048967"/>
              <a:ext cx="44888" cy="51677"/>
            </a:xfrm>
            <a:custGeom>
              <a:avLst/>
              <a:gdLst/>
              <a:ahLst/>
              <a:cxnLst/>
              <a:rect l="l" t="t" r="r" b="b"/>
              <a:pathLst>
                <a:path w="44888" h="51677" extrusionOk="0">
                  <a:moveTo>
                    <a:pt x="37867" y="51678"/>
                  </a:moveTo>
                  <a:cubicBezTo>
                    <a:pt x="27117" y="24794"/>
                    <a:pt x="270" y="6446"/>
                    <a:pt x="0" y="6266"/>
                  </a:cubicBezTo>
                  <a:lnTo>
                    <a:pt x="4231" y="0"/>
                  </a:lnTo>
                  <a:cubicBezTo>
                    <a:pt x="5419" y="792"/>
                    <a:pt x="33293" y="19843"/>
                    <a:pt x="44889" y="48869"/>
                  </a:cubicBezTo>
                  <a:lnTo>
                    <a:pt x="37885" y="5167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330" name="Google Shape;330;p25"/>
          <p:cNvGrpSpPr/>
          <p:nvPr/>
        </p:nvGrpSpPr>
        <p:grpSpPr>
          <a:xfrm>
            <a:off x="116779" y="2491650"/>
            <a:ext cx="865216" cy="160193"/>
            <a:chOff x="4616904" y="741537"/>
            <a:chExt cx="865216" cy="160193"/>
          </a:xfrm>
        </p:grpSpPr>
        <p:sp>
          <p:nvSpPr>
            <p:cNvPr id="331" name="Google Shape;331;p25"/>
            <p:cNvSpPr/>
            <p:nvPr/>
          </p:nvSpPr>
          <p:spPr>
            <a:xfrm>
              <a:off x="4616904" y="741537"/>
              <a:ext cx="865216" cy="160193"/>
            </a:xfrm>
            <a:custGeom>
              <a:avLst/>
              <a:gdLst/>
              <a:ahLst/>
              <a:cxnLst/>
              <a:rect l="l" t="t" r="r" b="b"/>
              <a:pathLst>
                <a:path w="865216" h="160193" extrusionOk="0">
                  <a:moveTo>
                    <a:pt x="0" y="160194"/>
                  </a:moveTo>
                  <a:lnTo>
                    <a:pt x="865217" y="160194"/>
                  </a:lnTo>
                  <a:cubicBezTo>
                    <a:pt x="822199" y="115304"/>
                    <a:pt x="791895" y="103960"/>
                    <a:pt x="771872" y="119716"/>
                  </a:cubicBezTo>
                  <a:cubicBezTo>
                    <a:pt x="700190" y="66003"/>
                    <a:pt x="634647" y="69929"/>
                    <a:pt x="605387" y="107201"/>
                  </a:cubicBezTo>
                  <a:cubicBezTo>
                    <a:pt x="563774" y="-26314"/>
                    <a:pt x="419419" y="-24856"/>
                    <a:pt x="367831" y="55326"/>
                  </a:cubicBezTo>
                  <a:cubicBezTo>
                    <a:pt x="304521" y="-1430"/>
                    <a:pt x="196466" y="47205"/>
                    <a:pt x="160939" y="119716"/>
                  </a:cubicBezTo>
                  <a:cubicBezTo>
                    <a:pt x="112611" y="97244"/>
                    <a:pt x="56324" y="101025"/>
                    <a:pt x="18" y="16019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32" name="Google Shape;332;p25"/>
            <p:cNvSpPr/>
            <p:nvPr/>
          </p:nvSpPr>
          <p:spPr>
            <a:xfrm>
              <a:off x="4776078" y="857903"/>
              <a:ext cx="39974" cy="31708"/>
            </a:xfrm>
            <a:custGeom>
              <a:avLst/>
              <a:gdLst/>
              <a:ahLst/>
              <a:cxnLst/>
              <a:rect l="l" t="t" r="r" b="b"/>
              <a:pathLst>
                <a:path w="39974" h="31708" extrusionOk="0">
                  <a:moveTo>
                    <a:pt x="34555" y="31709"/>
                  </a:moveTo>
                  <a:cubicBezTo>
                    <a:pt x="20779" y="17556"/>
                    <a:pt x="199" y="6824"/>
                    <a:pt x="0" y="6716"/>
                  </a:cubicBezTo>
                  <a:lnTo>
                    <a:pt x="3476" y="0"/>
                  </a:lnTo>
                  <a:cubicBezTo>
                    <a:pt x="4358" y="450"/>
                    <a:pt x="25353" y="11416"/>
                    <a:pt x="39974" y="26433"/>
                  </a:cubicBezTo>
                  <a:lnTo>
                    <a:pt x="34555" y="3170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33" name="Google Shape;333;p25"/>
            <p:cNvSpPr/>
            <p:nvPr/>
          </p:nvSpPr>
          <p:spPr>
            <a:xfrm>
              <a:off x="4952864" y="794791"/>
              <a:ext cx="35022" cy="63669"/>
            </a:xfrm>
            <a:custGeom>
              <a:avLst/>
              <a:gdLst/>
              <a:ahLst/>
              <a:cxnLst/>
              <a:rect l="l" t="t" r="r" b="b"/>
              <a:pathLst>
                <a:path w="35022" h="63669" extrusionOk="0">
                  <a:moveTo>
                    <a:pt x="7275" y="63670"/>
                  </a:moveTo>
                  <a:lnTo>
                    <a:pt x="0" y="61653"/>
                  </a:lnTo>
                  <a:cubicBezTo>
                    <a:pt x="8409" y="31259"/>
                    <a:pt x="27874" y="1260"/>
                    <a:pt x="28684" y="0"/>
                  </a:cubicBezTo>
                  <a:lnTo>
                    <a:pt x="35022" y="4141"/>
                  </a:lnTo>
                  <a:cubicBezTo>
                    <a:pt x="34824" y="4447"/>
                    <a:pt x="15377" y="34428"/>
                    <a:pt x="7275" y="6367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34" name="Google Shape;334;p25"/>
            <p:cNvSpPr/>
            <p:nvPr/>
          </p:nvSpPr>
          <p:spPr>
            <a:xfrm rot="-752659">
              <a:off x="5221372" y="848514"/>
              <a:ext cx="7573" cy="26596"/>
            </a:xfrm>
            <a:custGeom>
              <a:avLst/>
              <a:gdLst/>
              <a:ahLst/>
              <a:cxnLst/>
              <a:rect l="l" t="t" r="r" b="b"/>
              <a:pathLst>
                <a:path w="7562" h="26559" extrusionOk="0">
                  <a:moveTo>
                    <a:pt x="0" y="0"/>
                  </a:moveTo>
                  <a:lnTo>
                    <a:pt x="7563" y="0"/>
                  </a:lnTo>
                  <a:lnTo>
                    <a:pt x="7563" y="26559"/>
                  </a:lnTo>
                  <a:lnTo>
                    <a:pt x="0" y="265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35" name="Google Shape;335;p25"/>
            <p:cNvSpPr/>
            <p:nvPr/>
          </p:nvSpPr>
          <p:spPr>
            <a:xfrm>
              <a:off x="4915248" y="852986"/>
              <a:ext cx="83422" cy="30576"/>
            </a:xfrm>
            <a:custGeom>
              <a:avLst/>
              <a:gdLst/>
              <a:ahLst/>
              <a:cxnLst/>
              <a:rect l="l" t="t" r="r" b="b"/>
              <a:pathLst>
                <a:path w="83422" h="30576" extrusionOk="0">
                  <a:moveTo>
                    <a:pt x="78003" y="30576"/>
                  </a:moveTo>
                  <a:cubicBezTo>
                    <a:pt x="53353" y="5224"/>
                    <a:pt x="29188" y="884"/>
                    <a:pt x="4142" y="17342"/>
                  </a:cubicBezTo>
                  <a:lnTo>
                    <a:pt x="0" y="11022"/>
                  </a:lnTo>
                  <a:cubicBezTo>
                    <a:pt x="28126" y="-7471"/>
                    <a:pt x="56216" y="-2681"/>
                    <a:pt x="83423" y="25301"/>
                  </a:cubicBezTo>
                  <a:lnTo>
                    <a:pt x="78003" y="3057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36" name="Google Shape;336;p25"/>
            <p:cNvSpPr/>
            <p:nvPr/>
          </p:nvSpPr>
          <p:spPr>
            <a:xfrm>
              <a:off x="5362271" y="858101"/>
              <a:ext cx="28557" cy="31420"/>
            </a:xfrm>
            <a:custGeom>
              <a:avLst/>
              <a:gdLst/>
              <a:ahLst/>
              <a:cxnLst/>
              <a:rect l="l" t="t" r="r" b="b"/>
              <a:pathLst>
                <a:path w="28557" h="31420" extrusionOk="0">
                  <a:moveTo>
                    <a:pt x="7005" y="31421"/>
                  </a:moveTo>
                  <a:lnTo>
                    <a:pt x="0" y="28558"/>
                  </a:lnTo>
                  <a:cubicBezTo>
                    <a:pt x="6986" y="11578"/>
                    <a:pt x="23696" y="468"/>
                    <a:pt x="24417" y="0"/>
                  </a:cubicBezTo>
                  <a:lnTo>
                    <a:pt x="28558" y="6320"/>
                  </a:lnTo>
                  <a:cubicBezTo>
                    <a:pt x="28396" y="6428"/>
                    <a:pt x="13054" y="16656"/>
                    <a:pt x="6986" y="3142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9" name="Google Shape;316;p25">
            <a:extLst>
              <a:ext uri="{FF2B5EF4-FFF2-40B4-BE49-F238E27FC236}">
                <a16:creationId xmlns:a16="http://schemas.microsoft.com/office/drawing/2014/main" id="{DDB16FD4-0FE8-E6EC-57C3-790D4B5D94F7}"/>
              </a:ext>
            </a:extLst>
          </p:cNvPr>
          <p:cNvSpPr txBox="1">
            <a:spLocks/>
          </p:cNvSpPr>
          <p:nvPr/>
        </p:nvSpPr>
        <p:spPr>
          <a:xfrm>
            <a:off x="1201899" y="3167087"/>
            <a:ext cx="731400"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000"/>
              <a:buFont typeface="Alata"/>
              <a:buNone/>
              <a:defRPr sz="3000" b="1" i="0" u="none" strike="noStrike" cap="none">
                <a:solidFill>
                  <a:schemeClr val="accent2"/>
                </a:solidFill>
                <a:latin typeface="Alata"/>
                <a:ea typeface="Alata"/>
                <a:cs typeface="Alata"/>
                <a:sym typeface="Alata"/>
              </a:defRPr>
            </a:lvl1pPr>
            <a:lvl2pPr marR="0" lvl="1" algn="l" rtl="0">
              <a:lnSpc>
                <a:spcPct val="100000"/>
              </a:lnSpc>
              <a:spcBef>
                <a:spcPts val="0"/>
              </a:spcBef>
              <a:spcAft>
                <a:spcPts val="0"/>
              </a:spcAft>
              <a:buClr>
                <a:schemeClr val="dk2"/>
              </a:buClr>
              <a:buSzPts val="3000"/>
              <a:buFont typeface="Alata"/>
              <a:buNone/>
              <a:defRPr sz="3000" b="1" i="0" u="none" strike="noStrike" cap="none">
                <a:solidFill>
                  <a:schemeClr val="dk2"/>
                </a:solidFill>
                <a:latin typeface="Alata"/>
                <a:ea typeface="Alata"/>
                <a:cs typeface="Alata"/>
                <a:sym typeface="Alata"/>
              </a:defRPr>
            </a:lvl2pPr>
            <a:lvl3pPr marR="0" lvl="2" algn="l" rtl="0">
              <a:lnSpc>
                <a:spcPct val="100000"/>
              </a:lnSpc>
              <a:spcBef>
                <a:spcPts val="0"/>
              </a:spcBef>
              <a:spcAft>
                <a:spcPts val="0"/>
              </a:spcAft>
              <a:buClr>
                <a:schemeClr val="dk2"/>
              </a:buClr>
              <a:buSzPts val="3000"/>
              <a:buFont typeface="Alata"/>
              <a:buNone/>
              <a:defRPr sz="3000" b="1" i="0" u="none" strike="noStrike" cap="none">
                <a:solidFill>
                  <a:schemeClr val="dk2"/>
                </a:solidFill>
                <a:latin typeface="Alata"/>
                <a:ea typeface="Alata"/>
                <a:cs typeface="Alata"/>
                <a:sym typeface="Alata"/>
              </a:defRPr>
            </a:lvl3pPr>
            <a:lvl4pPr marR="0" lvl="3" algn="l" rtl="0">
              <a:lnSpc>
                <a:spcPct val="100000"/>
              </a:lnSpc>
              <a:spcBef>
                <a:spcPts val="0"/>
              </a:spcBef>
              <a:spcAft>
                <a:spcPts val="0"/>
              </a:spcAft>
              <a:buClr>
                <a:schemeClr val="dk2"/>
              </a:buClr>
              <a:buSzPts val="3000"/>
              <a:buFont typeface="Alata"/>
              <a:buNone/>
              <a:defRPr sz="3000" b="1" i="0" u="none" strike="noStrike" cap="none">
                <a:solidFill>
                  <a:schemeClr val="dk2"/>
                </a:solidFill>
                <a:latin typeface="Alata"/>
                <a:ea typeface="Alata"/>
                <a:cs typeface="Alata"/>
                <a:sym typeface="Alata"/>
              </a:defRPr>
            </a:lvl4pPr>
            <a:lvl5pPr marR="0" lvl="4" algn="l" rtl="0">
              <a:lnSpc>
                <a:spcPct val="100000"/>
              </a:lnSpc>
              <a:spcBef>
                <a:spcPts val="0"/>
              </a:spcBef>
              <a:spcAft>
                <a:spcPts val="0"/>
              </a:spcAft>
              <a:buClr>
                <a:schemeClr val="dk2"/>
              </a:buClr>
              <a:buSzPts val="3000"/>
              <a:buFont typeface="Alata"/>
              <a:buNone/>
              <a:defRPr sz="3000" b="1" i="0" u="none" strike="noStrike" cap="none">
                <a:solidFill>
                  <a:schemeClr val="dk2"/>
                </a:solidFill>
                <a:latin typeface="Alata"/>
                <a:ea typeface="Alata"/>
                <a:cs typeface="Alata"/>
                <a:sym typeface="Alata"/>
              </a:defRPr>
            </a:lvl5pPr>
            <a:lvl6pPr marR="0" lvl="5" algn="l" rtl="0">
              <a:lnSpc>
                <a:spcPct val="100000"/>
              </a:lnSpc>
              <a:spcBef>
                <a:spcPts val="0"/>
              </a:spcBef>
              <a:spcAft>
                <a:spcPts val="0"/>
              </a:spcAft>
              <a:buClr>
                <a:schemeClr val="dk2"/>
              </a:buClr>
              <a:buSzPts val="3000"/>
              <a:buFont typeface="Alata"/>
              <a:buNone/>
              <a:defRPr sz="3000" b="1" i="0" u="none" strike="noStrike" cap="none">
                <a:solidFill>
                  <a:schemeClr val="dk2"/>
                </a:solidFill>
                <a:latin typeface="Alata"/>
                <a:ea typeface="Alata"/>
                <a:cs typeface="Alata"/>
                <a:sym typeface="Alata"/>
              </a:defRPr>
            </a:lvl6pPr>
            <a:lvl7pPr marR="0" lvl="6" algn="l" rtl="0">
              <a:lnSpc>
                <a:spcPct val="100000"/>
              </a:lnSpc>
              <a:spcBef>
                <a:spcPts val="0"/>
              </a:spcBef>
              <a:spcAft>
                <a:spcPts val="0"/>
              </a:spcAft>
              <a:buClr>
                <a:schemeClr val="dk2"/>
              </a:buClr>
              <a:buSzPts val="3000"/>
              <a:buFont typeface="Alata"/>
              <a:buNone/>
              <a:defRPr sz="3000" b="1" i="0" u="none" strike="noStrike" cap="none">
                <a:solidFill>
                  <a:schemeClr val="dk2"/>
                </a:solidFill>
                <a:latin typeface="Alata"/>
                <a:ea typeface="Alata"/>
                <a:cs typeface="Alata"/>
                <a:sym typeface="Alata"/>
              </a:defRPr>
            </a:lvl7pPr>
            <a:lvl8pPr marR="0" lvl="7" algn="l" rtl="0">
              <a:lnSpc>
                <a:spcPct val="100000"/>
              </a:lnSpc>
              <a:spcBef>
                <a:spcPts val="0"/>
              </a:spcBef>
              <a:spcAft>
                <a:spcPts val="0"/>
              </a:spcAft>
              <a:buClr>
                <a:schemeClr val="dk2"/>
              </a:buClr>
              <a:buSzPts val="3000"/>
              <a:buFont typeface="Alata"/>
              <a:buNone/>
              <a:defRPr sz="3000" b="1" i="0" u="none" strike="noStrike" cap="none">
                <a:solidFill>
                  <a:schemeClr val="dk2"/>
                </a:solidFill>
                <a:latin typeface="Alata"/>
                <a:ea typeface="Alata"/>
                <a:cs typeface="Alata"/>
                <a:sym typeface="Alata"/>
              </a:defRPr>
            </a:lvl8pPr>
            <a:lvl9pPr marR="0" lvl="8" algn="l" rtl="0">
              <a:lnSpc>
                <a:spcPct val="100000"/>
              </a:lnSpc>
              <a:spcBef>
                <a:spcPts val="0"/>
              </a:spcBef>
              <a:spcAft>
                <a:spcPts val="0"/>
              </a:spcAft>
              <a:buClr>
                <a:schemeClr val="dk2"/>
              </a:buClr>
              <a:buSzPts val="3000"/>
              <a:buFont typeface="Alata"/>
              <a:buNone/>
              <a:defRPr sz="3000" b="1" i="0" u="none" strike="noStrike" cap="none">
                <a:solidFill>
                  <a:schemeClr val="dk2"/>
                </a:solidFill>
                <a:latin typeface="Alata"/>
                <a:ea typeface="Alata"/>
                <a:cs typeface="Alata"/>
                <a:sym typeface="Alata"/>
              </a:defRPr>
            </a:lvl9pPr>
          </a:lstStyle>
          <a:p>
            <a:r>
              <a:rPr lang="en" dirty="0"/>
              <a:t>04</a:t>
            </a:r>
          </a:p>
        </p:txBody>
      </p:sp>
      <p:sp>
        <p:nvSpPr>
          <p:cNvPr id="10" name="Google Shape;320;p25">
            <a:extLst>
              <a:ext uri="{FF2B5EF4-FFF2-40B4-BE49-F238E27FC236}">
                <a16:creationId xmlns:a16="http://schemas.microsoft.com/office/drawing/2014/main" id="{B69AC187-DCCB-8E62-E783-6F7BB96C87ED}"/>
              </a:ext>
            </a:extLst>
          </p:cNvPr>
          <p:cNvSpPr txBox="1">
            <a:spLocks/>
          </p:cNvSpPr>
          <p:nvPr/>
        </p:nvSpPr>
        <p:spPr>
          <a:xfrm>
            <a:off x="1933299" y="3058111"/>
            <a:ext cx="6610626"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ebas Neue"/>
              <a:buNone/>
              <a:defRPr sz="2400" b="1" i="0" u="none" strike="noStrike" cap="none">
                <a:solidFill>
                  <a:schemeClr val="dk2"/>
                </a:solidFill>
                <a:latin typeface="Alata"/>
                <a:ea typeface="Alata"/>
                <a:cs typeface="Alata"/>
                <a:sym typeface="Alata"/>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IN" sz="2000" dirty="0"/>
              <a:t>Multiple ML models implemented</a:t>
            </a:r>
            <a:endParaRPr lang="en-IN" sz="2000" dirty="0">
              <a:latin typeface="Alata" panose="020B0604020202020204" charset="0"/>
              <a:cs typeface="Alata" panose="020B0604020202020204" charset="0"/>
            </a:endParaRPr>
          </a:p>
        </p:txBody>
      </p:sp>
      <p:sp>
        <p:nvSpPr>
          <p:cNvPr id="13" name="Google Shape;320;p25">
            <a:extLst>
              <a:ext uri="{FF2B5EF4-FFF2-40B4-BE49-F238E27FC236}">
                <a16:creationId xmlns:a16="http://schemas.microsoft.com/office/drawing/2014/main" id="{A1EB717A-40EF-DFAB-9CCF-EF43FD9B9267}"/>
              </a:ext>
            </a:extLst>
          </p:cNvPr>
          <p:cNvSpPr txBox="1">
            <a:spLocks/>
          </p:cNvSpPr>
          <p:nvPr/>
        </p:nvSpPr>
        <p:spPr>
          <a:xfrm>
            <a:off x="1945053" y="2033544"/>
            <a:ext cx="6348555" cy="548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ebas Neue"/>
              <a:buNone/>
              <a:defRPr sz="2400" b="1" i="0" u="none" strike="noStrike" cap="none">
                <a:solidFill>
                  <a:schemeClr val="dk2"/>
                </a:solidFill>
                <a:latin typeface="Alata"/>
                <a:ea typeface="Alata"/>
                <a:cs typeface="Alata"/>
                <a:sym typeface="Alata"/>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IN" sz="2000" dirty="0">
                <a:latin typeface="Alata" panose="020B0604020202020204" charset="0"/>
                <a:cs typeface="Alata" panose="020B0604020202020204" charset="0"/>
              </a:rPr>
              <a:t>Weather Labels Simplified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2" name="Google Shape;342;p26"/>
          <p:cNvSpPr txBox="1">
            <a:spLocks noGrp="1"/>
          </p:cNvSpPr>
          <p:nvPr>
            <p:ph type="title"/>
          </p:nvPr>
        </p:nvSpPr>
        <p:spPr>
          <a:xfrm>
            <a:off x="720000" y="347472"/>
            <a:ext cx="7704000" cy="640200"/>
          </a:xfrm>
          <a:prstGeom prst="rect">
            <a:avLst/>
          </a:prstGeom>
        </p:spPr>
        <p:txBody>
          <a:bodyPr spcFirstLastPara="1" wrap="square" lIns="91425" tIns="91425" rIns="91425" bIns="91425" anchor="t" anchorCtr="0">
            <a:noAutofit/>
          </a:bodyPr>
          <a:lstStyle/>
          <a:p>
            <a:pPr lvl="0"/>
            <a:r>
              <a:rPr lang="en-IN" dirty="0"/>
              <a:t>Dataset &amp; Target</a:t>
            </a:r>
            <a:endParaRPr dirty="0"/>
          </a:p>
        </p:txBody>
      </p:sp>
      <p:grpSp>
        <p:nvGrpSpPr>
          <p:cNvPr id="344" name="Google Shape;344;p26"/>
          <p:cNvGrpSpPr/>
          <p:nvPr/>
        </p:nvGrpSpPr>
        <p:grpSpPr>
          <a:xfrm flipH="1">
            <a:off x="7670744" y="152396"/>
            <a:ext cx="1320859" cy="914384"/>
            <a:chOff x="6636287" y="3308912"/>
            <a:chExt cx="1187930" cy="826823"/>
          </a:xfrm>
        </p:grpSpPr>
        <p:sp>
          <p:nvSpPr>
            <p:cNvPr id="345" name="Google Shape;345;p26"/>
            <p:cNvSpPr/>
            <p:nvPr/>
          </p:nvSpPr>
          <p:spPr>
            <a:xfrm>
              <a:off x="6636287" y="3308912"/>
              <a:ext cx="774457" cy="612931"/>
            </a:xfrm>
            <a:custGeom>
              <a:avLst/>
              <a:gdLst/>
              <a:ahLst/>
              <a:cxnLst/>
              <a:rect l="l" t="t" r="r" b="b"/>
              <a:pathLst>
                <a:path w="774457" h="612931" extrusionOk="0">
                  <a:moveTo>
                    <a:pt x="18" y="573823"/>
                  </a:moveTo>
                  <a:cubicBezTo>
                    <a:pt x="18" y="573823"/>
                    <a:pt x="281634" y="671975"/>
                    <a:pt x="562928" y="557293"/>
                  </a:cubicBezTo>
                  <a:cubicBezTo>
                    <a:pt x="714738" y="489572"/>
                    <a:pt x="806281" y="356470"/>
                    <a:pt x="764219" y="148480"/>
                  </a:cubicBezTo>
                  <a:cubicBezTo>
                    <a:pt x="694697" y="-131372"/>
                    <a:pt x="226698" y="27947"/>
                    <a:pt x="336536" y="267663"/>
                  </a:cubicBezTo>
                  <a:cubicBezTo>
                    <a:pt x="254410" y="301875"/>
                    <a:pt x="275765" y="430079"/>
                    <a:pt x="369253" y="417241"/>
                  </a:cubicBezTo>
                  <a:cubicBezTo>
                    <a:pt x="339921" y="440847"/>
                    <a:pt x="345881" y="493191"/>
                    <a:pt x="382110" y="496702"/>
                  </a:cubicBezTo>
                  <a:cubicBezTo>
                    <a:pt x="241895" y="594854"/>
                    <a:pt x="0" y="573823"/>
                    <a:pt x="0" y="57382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46" name="Google Shape;346;p26"/>
            <p:cNvSpPr/>
            <p:nvPr/>
          </p:nvSpPr>
          <p:spPr>
            <a:xfrm>
              <a:off x="7402846" y="3398980"/>
              <a:ext cx="421371" cy="365761"/>
            </a:xfrm>
            <a:custGeom>
              <a:avLst/>
              <a:gdLst/>
              <a:ahLst/>
              <a:cxnLst/>
              <a:rect l="l" t="t" r="r" b="b"/>
              <a:pathLst>
                <a:path w="421371" h="365761" extrusionOk="0">
                  <a:moveTo>
                    <a:pt x="0" y="365742"/>
                  </a:moveTo>
                  <a:cubicBezTo>
                    <a:pt x="0" y="365742"/>
                    <a:pt x="51408" y="333601"/>
                    <a:pt x="60771" y="254734"/>
                  </a:cubicBezTo>
                  <a:cubicBezTo>
                    <a:pt x="70116" y="193963"/>
                    <a:pt x="94659" y="3511"/>
                    <a:pt x="248900" y="0"/>
                  </a:cubicBezTo>
                  <a:cubicBezTo>
                    <a:pt x="389114" y="-72"/>
                    <a:pt x="375106" y="126205"/>
                    <a:pt x="375106" y="126205"/>
                  </a:cubicBezTo>
                  <a:cubicBezTo>
                    <a:pt x="529346" y="287469"/>
                    <a:pt x="252411" y="424172"/>
                    <a:pt x="205667" y="231380"/>
                  </a:cubicBezTo>
                  <a:cubicBezTo>
                    <a:pt x="105175" y="253581"/>
                    <a:pt x="119201" y="366282"/>
                    <a:pt x="0" y="36576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47" name="Google Shape;347;p26"/>
            <p:cNvSpPr/>
            <p:nvPr/>
          </p:nvSpPr>
          <p:spPr>
            <a:xfrm>
              <a:off x="7602045" y="3556390"/>
              <a:ext cx="14967" cy="74689"/>
            </a:xfrm>
            <a:custGeom>
              <a:avLst/>
              <a:gdLst/>
              <a:ahLst/>
              <a:cxnLst/>
              <a:rect l="l" t="t" r="r" b="b"/>
              <a:pathLst>
                <a:path w="14967" h="74689" extrusionOk="0">
                  <a:moveTo>
                    <a:pt x="2759" y="74672"/>
                  </a:moveTo>
                  <a:cubicBezTo>
                    <a:pt x="-5541" y="31655"/>
                    <a:pt x="7477" y="1261"/>
                    <a:pt x="8036" y="0"/>
                  </a:cubicBezTo>
                  <a:lnTo>
                    <a:pt x="14967" y="3025"/>
                  </a:lnTo>
                  <a:cubicBezTo>
                    <a:pt x="14842" y="3313"/>
                    <a:pt x="2363" y="32663"/>
                    <a:pt x="10196" y="73249"/>
                  </a:cubicBezTo>
                  <a:lnTo>
                    <a:pt x="2777" y="7469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48" name="Google Shape;348;p26"/>
            <p:cNvSpPr/>
            <p:nvPr/>
          </p:nvSpPr>
          <p:spPr>
            <a:xfrm>
              <a:off x="7558942" y="3515966"/>
              <a:ext cx="122496" cy="48022"/>
            </a:xfrm>
            <a:custGeom>
              <a:avLst/>
              <a:gdLst/>
              <a:ahLst/>
              <a:cxnLst/>
              <a:rect l="l" t="t" r="r" b="b"/>
              <a:pathLst>
                <a:path w="122496" h="48022" extrusionOk="0">
                  <a:moveTo>
                    <a:pt x="70009" y="48023"/>
                  </a:moveTo>
                  <a:cubicBezTo>
                    <a:pt x="63400" y="48023"/>
                    <a:pt x="56846" y="47212"/>
                    <a:pt x="50453" y="45574"/>
                  </a:cubicBezTo>
                  <a:cubicBezTo>
                    <a:pt x="28126" y="39830"/>
                    <a:pt x="10210" y="24813"/>
                    <a:pt x="0" y="3241"/>
                  </a:cubicBezTo>
                  <a:lnTo>
                    <a:pt x="6843" y="0"/>
                  </a:lnTo>
                  <a:cubicBezTo>
                    <a:pt x="16080" y="19501"/>
                    <a:pt x="32232" y="33077"/>
                    <a:pt x="52345" y="38245"/>
                  </a:cubicBezTo>
                  <a:cubicBezTo>
                    <a:pt x="74078" y="43827"/>
                    <a:pt x="98027" y="38731"/>
                    <a:pt x="118067" y="24254"/>
                  </a:cubicBezTo>
                  <a:lnTo>
                    <a:pt x="122497" y="30376"/>
                  </a:lnTo>
                  <a:cubicBezTo>
                    <a:pt x="106471" y="41937"/>
                    <a:pt x="88105" y="48005"/>
                    <a:pt x="70026" y="4800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49" name="Google Shape;349;p26"/>
            <p:cNvSpPr/>
            <p:nvPr/>
          </p:nvSpPr>
          <p:spPr>
            <a:xfrm>
              <a:off x="7740103" y="3524753"/>
              <a:ext cx="41593" cy="57583"/>
            </a:xfrm>
            <a:custGeom>
              <a:avLst/>
              <a:gdLst/>
              <a:ahLst/>
              <a:cxnLst/>
              <a:rect l="l" t="t" r="r" b="b"/>
              <a:pathLst>
                <a:path w="41593" h="57583" extrusionOk="0">
                  <a:moveTo>
                    <a:pt x="3241" y="57584"/>
                  </a:moveTo>
                  <a:lnTo>
                    <a:pt x="0" y="50742"/>
                  </a:lnTo>
                  <a:cubicBezTo>
                    <a:pt x="20329" y="41126"/>
                    <a:pt x="31475" y="24542"/>
                    <a:pt x="34085" y="0"/>
                  </a:cubicBezTo>
                  <a:lnTo>
                    <a:pt x="41594" y="792"/>
                  </a:lnTo>
                  <a:cubicBezTo>
                    <a:pt x="38731" y="27784"/>
                    <a:pt x="25821" y="46888"/>
                    <a:pt x="3223" y="5756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50" name="Google Shape;350;p26"/>
            <p:cNvSpPr/>
            <p:nvPr/>
          </p:nvSpPr>
          <p:spPr>
            <a:xfrm>
              <a:off x="6969510" y="3574793"/>
              <a:ext cx="122064" cy="51245"/>
            </a:xfrm>
            <a:custGeom>
              <a:avLst/>
              <a:gdLst/>
              <a:ahLst/>
              <a:cxnLst/>
              <a:rect l="l" t="t" r="r" b="b"/>
              <a:pathLst>
                <a:path w="122064" h="51245" extrusionOk="0">
                  <a:moveTo>
                    <a:pt x="92011" y="51228"/>
                  </a:moveTo>
                  <a:cubicBezTo>
                    <a:pt x="26559" y="51228"/>
                    <a:pt x="306" y="4141"/>
                    <a:pt x="0" y="3601"/>
                  </a:cubicBezTo>
                  <a:lnTo>
                    <a:pt x="6644" y="0"/>
                  </a:lnTo>
                  <a:cubicBezTo>
                    <a:pt x="7923" y="2341"/>
                    <a:pt x="38695" y="56918"/>
                    <a:pt x="120606" y="40748"/>
                  </a:cubicBezTo>
                  <a:lnTo>
                    <a:pt x="122064" y="48167"/>
                  </a:lnTo>
                  <a:cubicBezTo>
                    <a:pt x="111242" y="50309"/>
                    <a:pt x="101213" y="51246"/>
                    <a:pt x="91993" y="5124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51" name="Google Shape;351;p26"/>
            <p:cNvSpPr/>
            <p:nvPr/>
          </p:nvSpPr>
          <p:spPr>
            <a:xfrm>
              <a:off x="7005342" y="3692553"/>
              <a:ext cx="55386" cy="37380"/>
            </a:xfrm>
            <a:custGeom>
              <a:avLst/>
              <a:gdLst/>
              <a:ahLst/>
              <a:cxnLst/>
              <a:rect l="l" t="t" r="r" b="b"/>
              <a:pathLst>
                <a:path w="55386" h="37380" extrusionOk="0">
                  <a:moveTo>
                    <a:pt x="414" y="37381"/>
                  </a:moveTo>
                  <a:lnTo>
                    <a:pt x="0" y="29836"/>
                  </a:lnTo>
                  <a:cubicBezTo>
                    <a:pt x="306" y="29818"/>
                    <a:pt x="31078" y="27748"/>
                    <a:pt x="49031" y="0"/>
                  </a:cubicBezTo>
                  <a:lnTo>
                    <a:pt x="55387" y="4105"/>
                  </a:lnTo>
                  <a:cubicBezTo>
                    <a:pt x="35292" y="35166"/>
                    <a:pt x="1837" y="37309"/>
                    <a:pt x="414" y="3738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52" name="Google Shape;352;p26"/>
            <p:cNvSpPr/>
            <p:nvPr/>
          </p:nvSpPr>
          <p:spPr>
            <a:xfrm>
              <a:off x="7079569" y="3485482"/>
              <a:ext cx="188915" cy="215966"/>
            </a:xfrm>
            <a:custGeom>
              <a:avLst/>
              <a:gdLst/>
              <a:ahLst/>
              <a:cxnLst/>
              <a:rect l="l" t="t" r="r" b="b"/>
              <a:pathLst>
                <a:path w="188915" h="215966" extrusionOk="0">
                  <a:moveTo>
                    <a:pt x="169541" y="215948"/>
                  </a:moveTo>
                  <a:cubicBezTo>
                    <a:pt x="155496" y="215948"/>
                    <a:pt x="143018" y="210619"/>
                    <a:pt x="135725" y="200769"/>
                  </a:cubicBezTo>
                  <a:cubicBezTo>
                    <a:pt x="127568" y="189731"/>
                    <a:pt x="127352" y="175525"/>
                    <a:pt x="134897" y="160777"/>
                  </a:cubicBezTo>
                  <a:cubicBezTo>
                    <a:pt x="70525" y="179396"/>
                    <a:pt x="22592" y="164739"/>
                    <a:pt x="5684" y="120714"/>
                  </a:cubicBezTo>
                  <a:cubicBezTo>
                    <a:pt x="-11439" y="76148"/>
                    <a:pt x="11680" y="18601"/>
                    <a:pt x="54175" y="0"/>
                  </a:cubicBezTo>
                  <a:lnTo>
                    <a:pt x="57200" y="6933"/>
                  </a:lnTo>
                  <a:cubicBezTo>
                    <a:pt x="14507" y="25623"/>
                    <a:pt x="-1482" y="80992"/>
                    <a:pt x="12743" y="118013"/>
                  </a:cubicBezTo>
                  <a:cubicBezTo>
                    <a:pt x="28876" y="160003"/>
                    <a:pt x="77241" y="172175"/>
                    <a:pt x="142135" y="150622"/>
                  </a:cubicBezTo>
                  <a:lnTo>
                    <a:pt x="153119" y="146967"/>
                  </a:lnTo>
                  <a:lnTo>
                    <a:pt x="146403" y="156402"/>
                  </a:lnTo>
                  <a:cubicBezTo>
                    <a:pt x="135779" y="171329"/>
                    <a:pt x="134104" y="185860"/>
                    <a:pt x="141793" y="196286"/>
                  </a:cubicBezTo>
                  <a:cubicBezTo>
                    <a:pt x="150382" y="207900"/>
                    <a:pt x="168370" y="211591"/>
                    <a:pt x="186521" y="205559"/>
                  </a:cubicBezTo>
                  <a:lnTo>
                    <a:pt x="188916" y="212725"/>
                  </a:lnTo>
                  <a:cubicBezTo>
                    <a:pt x="182361" y="214922"/>
                    <a:pt x="175789" y="215967"/>
                    <a:pt x="169523" y="21596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53" name="Google Shape;353;p26"/>
            <p:cNvSpPr/>
            <p:nvPr/>
          </p:nvSpPr>
          <p:spPr>
            <a:xfrm>
              <a:off x="7042380" y="3659512"/>
              <a:ext cx="48833" cy="48004"/>
            </a:xfrm>
            <a:custGeom>
              <a:avLst/>
              <a:gdLst/>
              <a:ahLst/>
              <a:cxnLst/>
              <a:rect l="l" t="t" r="r" b="b"/>
              <a:pathLst>
                <a:path w="48833" h="48004" extrusionOk="0">
                  <a:moveTo>
                    <a:pt x="41486" y="48005"/>
                  </a:moveTo>
                  <a:cubicBezTo>
                    <a:pt x="29782" y="48005"/>
                    <a:pt x="20419" y="44908"/>
                    <a:pt x="13577" y="38767"/>
                  </a:cubicBezTo>
                  <a:cubicBezTo>
                    <a:pt x="4735" y="30827"/>
                    <a:pt x="162" y="17808"/>
                    <a:pt x="0" y="72"/>
                  </a:cubicBezTo>
                  <a:lnTo>
                    <a:pt x="7563" y="0"/>
                  </a:lnTo>
                  <a:cubicBezTo>
                    <a:pt x="7707" y="15521"/>
                    <a:pt x="11416" y="26685"/>
                    <a:pt x="18618" y="33131"/>
                  </a:cubicBezTo>
                  <a:cubicBezTo>
                    <a:pt x="25173" y="39020"/>
                    <a:pt x="35076" y="41378"/>
                    <a:pt x="48094" y="40082"/>
                  </a:cubicBezTo>
                  <a:lnTo>
                    <a:pt x="48833" y="47609"/>
                  </a:lnTo>
                  <a:cubicBezTo>
                    <a:pt x="46294" y="47861"/>
                    <a:pt x="43827" y="47987"/>
                    <a:pt x="41469" y="4798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54" name="Google Shape;354;p26"/>
            <p:cNvSpPr/>
            <p:nvPr/>
          </p:nvSpPr>
          <p:spPr>
            <a:xfrm>
              <a:off x="6649161" y="3785434"/>
              <a:ext cx="1076253" cy="350301"/>
            </a:xfrm>
            <a:custGeom>
              <a:avLst/>
              <a:gdLst/>
              <a:ahLst/>
              <a:cxnLst/>
              <a:rect l="l" t="t" r="r" b="b"/>
              <a:pathLst>
                <a:path w="1076253" h="350301" extrusionOk="0">
                  <a:moveTo>
                    <a:pt x="0" y="172080"/>
                  </a:moveTo>
                  <a:cubicBezTo>
                    <a:pt x="0" y="172080"/>
                    <a:pt x="186184" y="249201"/>
                    <a:pt x="397001" y="217654"/>
                  </a:cubicBezTo>
                  <a:cubicBezTo>
                    <a:pt x="607818" y="186107"/>
                    <a:pt x="664303" y="21350"/>
                    <a:pt x="823801" y="319"/>
                  </a:cubicBezTo>
                  <a:cubicBezTo>
                    <a:pt x="907674" y="-3516"/>
                    <a:pt x="991962" y="27130"/>
                    <a:pt x="1039966" y="98759"/>
                  </a:cubicBezTo>
                  <a:cubicBezTo>
                    <a:pt x="1074754" y="150689"/>
                    <a:pt x="1089537" y="223488"/>
                    <a:pt x="1061718" y="281774"/>
                  </a:cubicBezTo>
                  <a:cubicBezTo>
                    <a:pt x="1030603" y="347010"/>
                    <a:pt x="928976" y="376000"/>
                    <a:pt x="874471" y="322252"/>
                  </a:cubicBezTo>
                  <a:cubicBezTo>
                    <a:pt x="849262" y="297385"/>
                    <a:pt x="835830" y="257970"/>
                    <a:pt x="834318" y="222930"/>
                  </a:cubicBezTo>
                  <a:cubicBezTo>
                    <a:pt x="804337" y="210631"/>
                    <a:pt x="772358" y="206490"/>
                    <a:pt x="737912" y="212414"/>
                  </a:cubicBezTo>
                  <a:cubicBezTo>
                    <a:pt x="737912" y="212414"/>
                    <a:pt x="606449" y="338025"/>
                    <a:pt x="441692" y="338025"/>
                  </a:cubicBezTo>
                  <a:cubicBezTo>
                    <a:pt x="188129" y="327510"/>
                    <a:pt x="0" y="172098"/>
                    <a:pt x="0" y="17209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55" name="Google Shape;355;p26"/>
            <p:cNvSpPr/>
            <p:nvPr/>
          </p:nvSpPr>
          <p:spPr>
            <a:xfrm>
              <a:off x="7479335" y="3930595"/>
              <a:ext cx="38463" cy="78074"/>
            </a:xfrm>
            <a:custGeom>
              <a:avLst/>
              <a:gdLst/>
              <a:ahLst/>
              <a:cxnLst/>
              <a:rect l="l" t="t" r="r" b="b"/>
              <a:pathLst>
                <a:path w="38463" h="78074" extrusionOk="0">
                  <a:moveTo>
                    <a:pt x="380" y="78075"/>
                  </a:moveTo>
                  <a:cubicBezTo>
                    <a:pt x="-4139" y="22850"/>
                    <a:pt x="33098" y="900"/>
                    <a:pt x="34700" y="0"/>
                  </a:cubicBezTo>
                  <a:lnTo>
                    <a:pt x="38464" y="6554"/>
                  </a:lnTo>
                  <a:cubicBezTo>
                    <a:pt x="37041" y="7382"/>
                    <a:pt x="3820" y="27189"/>
                    <a:pt x="7925" y="77463"/>
                  </a:cubicBezTo>
                  <a:lnTo>
                    <a:pt x="399" y="7807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56" name="Google Shape;356;p26"/>
            <p:cNvSpPr/>
            <p:nvPr/>
          </p:nvSpPr>
          <p:spPr>
            <a:xfrm>
              <a:off x="7306099" y="3994085"/>
              <a:ext cx="81442" cy="28863"/>
            </a:xfrm>
            <a:custGeom>
              <a:avLst/>
              <a:gdLst/>
              <a:ahLst/>
              <a:cxnLst/>
              <a:rect l="l" t="t" r="r" b="b"/>
              <a:pathLst>
                <a:path w="81442" h="28863" extrusionOk="0">
                  <a:moveTo>
                    <a:pt x="2881" y="28846"/>
                  </a:moveTo>
                  <a:lnTo>
                    <a:pt x="0" y="21860"/>
                  </a:lnTo>
                  <a:cubicBezTo>
                    <a:pt x="27765" y="10443"/>
                    <a:pt x="53335" y="3493"/>
                    <a:pt x="80488" y="0"/>
                  </a:cubicBezTo>
                  <a:lnTo>
                    <a:pt x="81442" y="7508"/>
                  </a:lnTo>
                  <a:cubicBezTo>
                    <a:pt x="54955" y="10912"/>
                    <a:pt x="29999" y="17700"/>
                    <a:pt x="2881" y="2886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18" name="Rectangle 9">
            <a:extLst>
              <a:ext uri="{FF2B5EF4-FFF2-40B4-BE49-F238E27FC236}">
                <a16:creationId xmlns:a16="http://schemas.microsoft.com/office/drawing/2014/main" id="{3C8D92C6-E452-60FA-BAED-6258C81B4357}"/>
              </a:ext>
            </a:extLst>
          </p:cNvPr>
          <p:cNvSpPr>
            <a:spLocks noChangeArrowheads="1"/>
          </p:cNvSpPr>
          <p:nvPr/>
        </p:nvSpPr>
        <p:spPr bwMode="auto">
          <a:xfrm>
            <a:off x="528320" y="1596581"/>
            <a:ext cx="831088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solidFill>
                  <a:schemeClr val="tx1"/>
                </a:solidFill>
                <a:latin typeface="Actor" panose="020B0604020202020204" charset="0"/>
              </a:rPr>
              <a:t> Dataset : </a:t>
            </a:r>
            <a:r>
              <a:rPr lang="en-GB" altLang="en-US" sz="1800" dirty="0">
                <a:solidFill>
                  <a:schemeClr val="tx1"/>
                </a:solidFill>
                <a:latin typeface="Actor" panose="020B0604020202020204" charset="0"/>
              </a:rPr>
              <a:t>weather observations in Finland, country in Northern Europe</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
        <p:nvSpPr>
          <p:cNvPr id="19" name="Rectangle 10">
            <a:extLst>
              <a:ext uri="{FF2B5EF4-FFF2-40B4-BE49-F238E27FC236}">
                <a16:creationId xmlns:a16="http://schemas.microsoft.com/office/drawing/2014/main" id="{FD98657B-3C6C-9B78-1134-3B6F7F42A47E}"/>
              </a:ext>
            </a:extLst>
          </p:cNvPr>
          <p:cNvSpPr>
            <a:spLocks noChangeArrowheads="1"/>
          </p:cNvSpPr>
          <p:nvPr/>
        </p:nvSpPr>
        <p:spPr bwMode="auto">
          <a:xfrm>
            <a:off x="528320" y="2172548"/>
            <a:ext cx="78956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ctor" panose="020B0604020202020204" charset="0"/>
              </a:rPr>
              <a:t>Target variable: Weather condition.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A8FA91C6-5545-725B-D5A4-55E212772CDD}"/>
              </a:ext>
            </a:extLst>
          </p:cNvPr>
          <p:cNvSpPr>
            <a:spLocks noChangeArrowheads="1"/>
          </p:cNvSpPr>
          <p:nvPr/>
        </p:nvSpPr>
        <p:spPr bwMode="auto">
          <a:xfrm>
            <a:off x="871537" y="2602528"/>
            <a:ext cx="6129337"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ctor" panose="020B0604020202020204" charset="0"/>
              </a:rPr>
              <a:t>Clear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ctor" panose="020B0604020202020204" charset="0"/>
              </a:rPr>
              <a:t>Cloudy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ctor" panose="020B0604020202020204" charset="0"/>
              </a:rPr>
              <a:t>Rain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ctor" panose="020B0604020202020204" charset="0"/>
              </a:rPr>
              <a:t>Fog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7"/>
          <p:cNvSpPr txBox="1">
            <a:spLocks noGrp="1"/>
          </p:cNvSpPr>
          <p:nvPr>
            <p:ph type="subTitle" idx="1"/>
          </p:nvPr>
        </p:nvSpPr>
        <p:spPr>
          <a:xfrm>
            <a:off x="271781" y="1504402"/>
            <a:ext cx="5367000" cy="2875741"/>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en-IN" sz="2400" b="1" dirty="0">
                <a:latin typeface="Actor" panose="020B0604020202020204" charset="0"/>
              </a:rPr>
              <a:t>Missing value Handling </a:t>
            </a:r>
          </a:p>
          <a:p>
            <a:pPr>
              <a:buFont typeface="Arial" panose="020B0604020202020204" pitchFamily="34" charset="0"/>
              <a:buChar char="•"/>
            </a:pPr>
            <a:r>
              <a:rPr lang="en-IN" sz="2400" b="1" dirty="0">
                <a:latin typeface="Actor" panose="020B0604020202020204" charset="0"/>
              </a:rPr>
              <a:t>Duplicate values removed </a:t>
            </a:r>
            <a:endParaRPr lang="en-GB" sz="2400" b="1" dirty="0">
              <a:latin typeface="Actor" panose="020B0604020202020204" charset="0"/>
            </a:endParaRPr>
          </a:p>
          <a:p>
            <a:pPr>
              <a:buFont typeface="Arial" panose="020B0604020202020204" pitchFamily="34" charset="0"/>
              <a:buChar char="•"/>
            </a:pPr>
            <a:r>
              <a:rPr lang="en-IN" sz="2400" b="1" dirty="0">
                <a:latin typeface="Actor" panose="020B0604020202020204" charset="0"/>
              </a:rPr>
              <a:t>Precipitation types encoded </a:t>
            </a:r>
          </a:p>
          <a:p>
            <a:pPr>
              <a:buFont typeface="Arial" panose="020B0604020202020204" pitchFamily="34" charset="0"/>
              <a:buChar char="•"/>
            </a:pPr>
            <a:r>
              <a:rPr lang="en-GB" sz="2400" b="1" dirty="0">
                <a:latin typeface="Actor" panose="020B0604020202020204" charset="0"/>
              </a:rPr>
              <a:t>New feature created</a:t>
            </a:r>
          </a:p>
        </p:txBody>
      </p:sp>
      <p:sp>
        <p:nvSpPr>
          <p:cNvPr id="362" name="Google Shape;362;p27"/>
          <p:cNvSpPr txBox="1">
            <a:spLocks noGrp="1"/>
          </p:cNvSpPr>
          <p:nvPr>
            <p:ph type="title"/>
          </p:nvPr>
        </p:nvSpPr>
        <p:spPr>
          <a:xfrm>
            <a:off x="271781" y="153341"/>
            <a:ext cx="7619472" cy="680572"/>
          </a:xfrm>
          <a:prstGeom prst="rect">
            <a:avLst/>
          </a:prstGeom>
        </p:spPr>
        <p:txBody>
          <a:bodyPr spcFirstLastPara="1" wrap="square" lIns="91425" tIns="91425" rIns="91425" bIns="91425" anchor="b" anchorCtr="0">
            <a:noAutofit/>
          </a:bodyPr>
          <a:lstStyle/>
          <a:p>
            <a:pPr lvl="0"/>
            <a:r>
              <a:rPr lang="en-IN" sz="3200" dirty="0"/>
              <a:t>Preprocessing &amp; Feature Engineering</a:t>
            </a:r>
            <a:endParaRPr sz="3200" dirty="0"/>
          </a:p>
        </p:txBody>
      </p:sp>
      <p:grpSp>
        <p:nvGrpSpPr>
          <p:cNvPr id="364" name="Google Shape;364;p27"/>
          <p:cNvGrpSpPr/>
          <p:nvPr/>
        </p:nvGrpSpPr>
        <p:grpSpPr>
          <a:xfrm flipH="1">
            <a:off x="6175463" y="1504402"/>
            <a:ext cx="2672490" cy="3099606"/>
            <a:chOff x="6707852" y="663245"/>
            <a:chExt cx="1304672" cy="1513258"/>
          </a:xfrm>
        </p:grpSpPr>
        <p:sp>
          <p:nvSpPr>
            <p:cNvPr id="365" name="Google Shape;365;p27"/>
            <p:cNvSpPr/>
            <p:nvPr/>
          </p:nvSpPr>
          <p:spPr>
            <a:xfrm>
              <a:off x="6854344" y="663245"/>
              <a:ext cx="1158180" cy="1513258"/>
            </a:xfrm>
            <a:custGeom>
              <a:avLst/>
              <a:gdLst/>
              <a:ahLst/>
              <a:cxnLst/>
              <a:rect l="l" t="t" r="r" b="b"/>
              <a:pathLst>
                <a:path w="1158180" h="1513258" extrusionOk="0">
                  <a:moveTo>
                    <a:pt x="564186" y="1512250"/>
                  </a:moveTo>
                  <a:cubicBezTo>
                    <a:pt x="558316" y="1502202"/>
                    <a:pt x="597263" y="1420094"/>
                    <a:pt x="597263" y="1420094"/>
                  </a:cubicBezTo>
                  <a:cubicBezTo>
                    <a:pt x="585937" y="1366364"/>
                    <a:pt x="591772" y="1329541"/>
                    <a:pt x="625011" y="1319655"/>
                  </a:cubicBezTo>
                  <a:cubicBezTo>
                    <a:pt x="588944" y="1251592"/>
                    <a:pt x="587180" y="1208107"/>
                    <a:pt x="615414" y="1186139"/>
                  </a:cubicBezTo>
                  <a:cubicBezTo>
                    <a:pt x="527255" y="1152486"/>
                    <a:pt x="501452" y="1115645"/>
                    <a:pt x="525761" y="1076266"/>
                  </a:cubicBezTo>
                  <a:cubicBezTo>
                    <a:pt x="435946" y="1043980"/>
                    <a:pt x="403157" y="1010057"/>
                    <a:pt x="422244" y="974657"/>
                  </a:cubicBezTo>
                  <a:cubicBezTo>
                    <a:pt x="330249" y="974440"/>
                    <a:pt x="306409" y="947953"/>
                    <a:pt x="306985" y="912031"/>
                  </a:cubicBezTo>
                  <a:cubicBezTo>
                    <a:pt x="212489" y="889289"/>
                    <a:pt x="156292" y="853169"/>
                    <a:pt x="179988" y="789157"/>
                  </a:cubicBezTo>
                  <a:cubicBezTo>
                    <a:pt x="92550" y="709515"/>
                    <a:pt x="71968" y="651697"/>
                    <a:pt x="131965" y="620205"/>
                  </a:cubicBezTo>
                  <a:cubicBezTo>
                    <a:pt x="28465" y="501760"/>
                    <a:pt x="19697" y="430653"/>
                    <a:pt x="78595" y="393344"/>
                  </a:cubicBezTo>
                  <a:cubicBezTo>
                    <a:pt x="-2632" y="317268"/>
                    <a:pt x="-11688" y="255849"/>
                    <a:pt x="10297" y="200750"/>
                  </a:cubicBezTo>
                  <a:cubicBezTo>
                    <a:pt x="128760" y="-48546"/>
                    <a:pt x="1044429" y="-88718"/>
                    <a:pt x="1156140" y="212166"/>
                  </a:cubicBezTo>
                  <a:cubicBezTo>
                    <a:pt x="1171409" y="267337"/>
                    <a:pt x="1100231" y="296237"/>
                    <a:pt x="968317" y="306680"/>
                  </a:cubicBezTo>
                  <a:cubicBezTo>
                    <a:pt x="982452" y="350616"/>
                    <a:pt x="944801" y="381730"/>
                    <a:pt x="847369" y="398044"/>
                  </a:cubicBezTo>
                  <a:cubicBezTo>
                    <a:pt x="868689" y="434056"/>
                    <a:pt x="835701" y="469709"/>
                    <a:pt x="773382" y="505163"/>
                  </a:cubicBezTo>
                  <a:cubicBezTo>
                    <a:pt x="793441" y="529723"/>
                    <a:pt x="777578" y="558227"/>
                    <a:pt x="737100" y="589450"/>
                  </a:cubicBezTo>
                  <a:cubicBezTo>
                    <a:pt x="763677" y="612732"/>
                    <a:pt x="745851" y="650167"/>
                    <a:pt x="712197" y="692643"/>
                  </a:cubicBezTo>
                  <a:cubicBezTo>
                    <a:pt x="746355" y="694210"/>
                    <a:pt x="763425" y="730456"/>
                    <a:pt x="763425" y="801347"/>
                  </a:cubicBezTo>
                  <a:cubicBezTo>
                    <a:pt x="800914" y="806821"/>
                    <a:pt x="806711" y="851422"/>
                    <a:pt x="794737" y="917919"/>
                  </a:cubicBezTo>
                  <a:cubicBezTo>
                    <a:pt x="827059" y="920314"/>
                    <a:pt x="838961" y="961926"/>
                    <a:pt x="836350" y="1031340"/>
                  </a:cubicBezTo>
                  <a:cubicBezTo>
                    <a:pt x="868239" y="1048050"/>
                    <a:pt x="863827" y="1091337"/>
                    <a:pt x="831020" y="1155403"/>
                  </a:cubicBezTo>
                  <a:cubicBezTo>
                    <a:pt x="849224" y="1175894"/>
                    <a:pt x="840293" y="1209692"/>
                    <a:pt x="808602" y="1254653"/>
                  </a:cubicBezTo>
                  <a:cubicBezTo>
                    <a:pt x="829688" y="1281734"/>
                    <a:pt x="808441" y="1314362"/>
                    <a:pt x="761642" y="1350356"/>
                  </a:cubicBezTo>
                  <a:cubicBezTo>
                    <a:pt x="776641" y="1385954"/>
                    <a:pt x="746355" y="1421012"/>
                    <a:pt x="669864" y="1455512"/>
                  </a:cubicBezTo>
                  <a:cubicBezTo>
                    <a:pt x="669864" y="1455512"/>
                    <a:pt x="570074" y="1522261"/>
                    <a:pt x="564204" y="151223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66" name="Google Shape;366;p27"/>
            <p:cNvSpPr/>
            <p:nvPr/>
          </p:nvSpPr>
          <p:spPr>
            <a:xfrm>
              <a:off x="7476835" y="1922454"/>
              <a:ext cx="154618" cy="63255"/>
            </a:xfrm>
            <a:custGeom>
              <a:avLst/>
              <a:gdLst/>
              <a:ahLst/>
              <a:cxnLst/>
              <a:rect l="l" t="t" r="r" b="b"/>
              <a:pathLst>
                <a:path w="154618" h="63255" extrusionOk="0">
                  <a:moveTo>
                    <a:pt x="5059" y="63256"/>
                  </a:moveTo>
                  <a:lnTo>
                    <a:pt x="0" y="57638"/>
                  </a:lnTo>
                  <a:cubicBezTo>
                    <a:pt x="1908" y="55909"/>
                    <a:pt x="47950" y="15341"/>
                    <a:pt x="153520" y="0"/>
                  </a:cubicBezTo>
                  <a:lnTo>
                    <a:pt x="154619" y="7473"/>
                  </a:lnTo>
                  <a:cubicBezTo>
                    <a:pt x="51282" y="22508"/>
                    <a:pt x="5509" y="62842"/>
                    <a:pt x="5059" y="63256"/>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67" name="Google Shape;367;p27"/>
            <p:cNvSpPr/>
            <p:nvPr/>
          </p:nvSpPr>
          <p:spPr>
            <a:xfrm>
              <a:off x="7467939" y="1810167"/>
              <a:ext cx="181124" cy="42530"/>
            </a:xfrm>
            <a:custGeom>
              <a:avLst/>
              <a:gdLst/>
              <a:ahLst/>
              <a:cxnLst/>
              <a:rect l="l" t="t" r="r" b="b"/>
              <a:pathLst>
                <a:path w="181124" h="42530" extrusionOk="0">
                  <a:moveTo>
                    <a:pt x="3656" y="42531"/>
                  </a:moveTo>
                  <a:lnTo>
                    <a:pt x="0" y="35922"/>
                  </a:lnTo>
                  <a:cubicBezTo>
                    <a:pt x="2647" y="34464"/>
                    <a:pt x="66209" y="0"/>
                    <a:pt x="181125" y="0"/>
                  </a:cubicBezTo>
                  <a:lnTo>
                    <a:pt x="181125" y="7563"/>
                  </a:lnTo>
                  <a:cubicBezTo>
                    <a:pt x="68334" y="7563"/>
                    <a:pt x="4304" y="42189"/>
                    <a:pt x="3656" y="4253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68" name="Google Shape;368;p27"/>
            <p:cNvSpPr/>
            <p:nvPr/>
          </p:nvSpPr>
          <p:spPr>
            <a:xfrm>
              <a:off x="7545114" y="1692681"/>
              <a:ext cx="98853" cy="9268"/>
            </a:xfrm>
            <a:custGeom>
              <a:avLst/>
              <a:gdLst/>
              <a:ahLst/>
              <a:cxnLst/>
              <a:rect l="l" t="t" r="r" b="b"/>
              <a:pathLst>
                <a:path w="98853" h="9268" extrusionOk="0">
                  <a:moveTo>
                    <a:pt x="98368" y="9250"/>
                  </a:moveTo>
                  <a:cubicBezTo>
                    <a:pt x="63940" y="7126"/>
                    <a:pt x="31006" y="6999"/>
                    <a:pt x="450" y="8872"/>
                  </a:cubicBezTo>
                  <a:lnTo>
                    <a:pt x="0" y="1328"/>
                  </a:lnTo>
                  <a:cubicBezTo>
                    <a:pt x="30862" y="-563"/>
                    <a:pt x="64102" y="-437"/>
                    <a:pt x="98854" y="1724"/>
                  </a:cubicBezTo>
                  <a:lnTo>
                    <a:pt x="98385" y="92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69" name="Google Shape;369;p27"/>
            <p:cNvSpPr/>
            <p:nvPr/>
          </p:nvSpPr>
          <p:spPr>
            <a:xfrm>
              <a:off x="7377890" y="1702310"/>
              <a:ext cx="99267" cy="40243"/>
            </a:xfrm>
            <a:custGeom>
              <a:avLst/>
              <a:gdLst/>
              <a:ahLst/>
              <a:cxnLst/>
              <a:rect l="l" t="t" r="r" b="b"/>
              <a:pathLst>
                <a:path w="99267" h="40243" extrusionOk="0">
                  <a:moveTo>
                    <a:pt x="4466" y="40244"/>
                  </a:moveTo>
                  <a:lnTo>
                    <a:pt x="0" y="34140"/>
                  </a:lnTo>
                  <a:cubicBezTo>
                    <a:pt x="1189" y="33275"/>
                    <a:pt x="29854" y="12694"/>
                    <a:pt x="97881" y="0"/>
                  </a:cubicBezTo>
                  <a:lnTo>
                    <a:pt x="99268" y="7437"/>
                  </a:lnTo>
                  <a:cubicBezTo>
                    <a:pt x="33167" y="19771"/>
                    <a:pt x="4754" y="40046"/>
                    <a:pt x="4466" y="4024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70" name="Google Shape;370;p27"/>
            <p:cNvSpPr/>
            <p:nvPr/>
          </p:nvSpPr>
          <p:spPr>
            <a:xfrm>
              <a:off x="7274354" y="1581921"/>
              <a:ext cx="331386" cy="59023"/>
            </a:xfrm>
            <a:custGeom>
              <a:avLst/>
              <a:gdLst/>
              <a:ahLst/>
              <a:cxnLst/>
              <a:rect l="l" t="t" r="r" b="b"/>
              <a:pathLst>
                <a:path w="331386" h="59023" extrusionOk="0">
                  <a:moveTo>
                    <a:pt x="4466" y="59024"/>
                  </a:moveTo>
                  <a:lnTo>
                    <a:pt x="0" y="52920"/>
                  </a:lnTo>
                  <a:cubicBezTo>
                    <a:pt x="4141" y="49895"/>
                    <a:pt x="104166" y="-20888"/>
                    <a:pt x="331386" y="6140"/>
                  </a:cubicBezTo>
                  <a:lnTo>
                    <a:pt x="330504" y="13648"/>
                  </a:lnTo>
                  <a:cubicBezTo>
                    <a:pt x="106165" y="-13055"/>
                    <a:pt x="5455" y="58304"/>
                    <a:pt x="4466" y="5902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71" name="Google Shape;371;p27"/>
            <p:cNvSpPr/>
            <p:nvPr/>
          </p:nvSpPr>
          <p:spPr>
            <a:xfrm>
              <a:off x="7456901" y="1466256"/>
              <a:ext cx="83567" cy="10003"/>
            </a:xfrm>
            <a:custGeom>
              <a:avLst/>
              <a:gdLst/>
              <a:ahLst/>
              <a:cxnLst/>
              <a:rect l="l" t="t" r="r" b="b"/>
              <a:pathLst>
                <a:path w="83567" h="10003" extrusionOk="0">
                  <a:moveTo>
                    <a:pt x="83045" y="10004"/>
                  </a:moveTo>
                  <a:cubicBezTo>
                    <a:pt x="54252" y="8041"/>
                    <a:pt x="26379" y="7249"/>
                    <a:pt x="127" y="7663"/>
                  </a:cubicBezTo>
                  <a:lnTo>
                    <a:pt x="0" y="100"/>
                  </a:lnTo>
                  <a:cubicBezTo>
                    <a:pt x="26451" y="-296"/>
                    <a:pt x="54559" y="479"/>
                    <a:pt x="83567" y="2459"/>
                  </a:cubicBezTo>
                  <a:lnTo>
                    <a:pt x="83045" y="1000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72" name="Google Shape;372;p27"/>
            <p:cNvSpPr/>
            <p:nvPr/>
          </p:nvSpPr>
          <p:spPr>
            <a:xfrm>
              <a:off x="7158017" y="1469075"/>
              <a:ext cx="244685" cy="108001"/>
            </a:xfrm>
            <a:custGeom>
              <a:avLst/>
              <a:gdLst/>
              <a:ahLst/>
              <a:cxnLst/>
              <a:rect l="l" t="t" r="r" b="b"/>
              <a:pathLst>
                <a:path w="244685" h="108001" extrusionOk="0">
                  <a:moveTo>
                    <a:pt x="6644" y="108001"/>
                  </a:moveTo>
                  <a:lnTo>
                    <a:pt x="0" y="104400"/>
                  </a:lnTo>
                  <a:cubicBezTo>
                    <a:pt x="1926" y="100835"/>
                    <a:pt x="49643" y="16710"/>
                    <a:pt x="244038" y="0"/>
                  </a:cubicBezTo>
                  <a:lnTo>
                    <a:pt x="244686" y="7527"/>
                  </a:lnTo>
                  <a:cubicBezTo>
                    <a:pt x="54306" y="23894"/>
                    <a:pt x="7094" y="107155"/>
                    <a:pt x="6644" y="10800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73" name="Google Shape;373;p27"/>
            <p:cNvSpPr/>
            <p:nvPr/>
          </p:nvSpPr>
          <p:spPr>
            <a:xfrm>
              <a:off x="7483821" y="916267"/>
              <a:ext cx="243300" cy="44655"/>
            </a:xfrm>
            <a:custGeom>
              <a:avLst/>
              <a:gdLst/>
              <a:ahLst/>
              <a:cxnLst/>
              <a:rect l="l" t="t" r="r" b="b"/>
              <a:pathLst>
                <a:path w="243300" h="44655" extrusionOk="0">
                  <a:moveTo>
                    <a:pt x="240869" y="44655"/>
                  </a:moveTo>
                  <a:cubicBezTo>
                    <a:pt x="180710" y="24272"/>
                    <a:pt x="95163" y="11110"/>
                    <a:pt x="0" y="7545"/>
                  </a:cubicBezTo>
                  <a:lnTo>
                    <a:pt x="288" y="0"/>
                  </a:lnTo>
                  <a:cubicBezTo>
                    <a:pt x="96171" y="3583"/>
                    <a:pt x="182475" y="16890"/>
                    <a:pt x="243300" y="37489"/>
                  </a:cubicBezTo>
                  <a:lnTo>
                    <a:pt x="240887" y="4465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74" name="Google Shape;374;p27"/>
            <p:cNvSpPr/>
            <p:nvPr/>
          </p:nvSpPr>
          <p:spPr>
            <a:xfrm>
              <a:off x="6930256" y="916249"/>
              <a:ext cx="451001" cy="142969"/>
            </a:xfrm>
            <a:custGeom>
              <a:avLst/>
              <a:gdLst/>
              <a:ahLst/>
              <a:cxnLst/>
              <a:rect l="l" t="t" r="r" b="b"/>
              <a:pathLst>
                <a:path w="451001" h="142969" extrusionOk="0">
                  <a:moveTo>
                    <a:pt x="5402" y="142969"/>
                  </a:moveTo>
                  <a:lnTo>
                    <a:pt x="0" y="137675"/>
                  </a:lnTo>
                  <a:cubicBezTo>
                    <a:pt x="78165" y="57854"/>
                    <a:pt x="242453" y="7671"/>
                    <a:pt x="450713" y="0"/>
                  </a:cubicBezTo>
                  <a:lnTo>
                    <a:pt x="451002" y="7545"/>
                  </a:lnTo>
                  <a:cubicBezTo>
                    <a:pt x="244650" y="15161"/>
                    <a:pt x="82253" y="64516"/>
                    <a:pt x="5420" y="14296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75" name="Google Shape;375;p27"/>
            <p:cNvSpPr/>
            <p:nvPr/>
          </p:nvSpPr>
          <p:spPr>
            <a:xfrm>
              <a:off x="7345641" y="1185909"/>
              <a:ext cx="95451" cy="8752"/>
            </a:xfrm>
            <a:custGeom>
              <a:avLst/>
              <a:gdLst/>
              <a:ahLst/>
              <a:cxnLst/>
              <a:rect l="l" t="t" r="r" b="b"/>
              <a:pathLst>
                <a:path w="95451" h="8752" extrusionOk="0">
                  <a:moveTo>
                    <a:pt x="360" y="8752"/>
                  </a:moveTo>
                  <a:lnTo>
                    <a:pt x="0" y="1208"/>
                  </a:lnTo>
                  <a:cubicBezTo>
                    <a:pt x="31205" y="-251"/>
                    <a:pt x="63310" y="-395"/>
                    <a:pt x="95451" y="812"/>
                  </a:cubicBezTo>
                  <a:lnTo>
                    <a:pt x="95163" y="8356"/>
                  </a:lnTo>
                  <a:cubicBezTo>
                    <a:pt x="63220" y="7168"/>
                    <a:pt x="31331" y="7294"/>
                    <a:pt x="342" y="875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76" name="Google Shape;376;p27"/>
            <p:cNvSpPr/>
            <p:nvPr/>
          </p:nvSpPr>
          <p:spPr>
            <a:xfrm>
              <a:off x="6984257" y="1196227"/>
              <a:ext cx="265033" cy="90391"/>
            </a:xfrm>
            <a:custGeom>
              <a:avLst/>
              <a:gdLst/>
              <a:ahLst/>
              <a:cxnLst/>
              <a:rect l="l" t="t" r="r" b="b"/>
              <a:pathLst>
                <a:path w="265033" h="90391" extrusionOk="0">
                  <a:moveTo>
                    <a:pt x="4105" y="90391"/>
                  </a:moveTo>
                  <a:lnTo>
                    <a:pt x="0" y="84035"/>
                  </a:lnTo>
                  <a:cubicBezTo>
                    <a:pt x="918" y="83441"/>
                    <a:pt x="94263" y="24200"/>
                    <a:pt x="263971" y="0"/>
                  </a:cubicBezTo>
                  <a:lnTo>
                    <a:pt x="265033" y="7491"/>
                  </a:lnTo>
                  <a:cubicBezTo>
                    <a:pt x="97107" y="31439"/>
                    <a:pt x="5005" y="89797"/>
                    <a:pt x="4105" y="9039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77" name="Google Shape;377;p27"/>
            <p:cNvSpPr/>
            <p:nvPr/>
          </p:nvSpPr>
          <p:spPr>
            <a:xfrm>
              <a:off x="7031018" y="1345841"/>
              <a:ext cx="341775" cy="108361"/>
            </a:xfrm>
            <a:custGeom>
              <a:avLst/>
              <a:gdLst/>
              <a:ahLst/>
              <a:cxnLst/>
              <a:rect l="l" t="t" r="r" b="b"/>
              <a:pathLst>
                <a:path w="341775" h="108361" extrusionOk="0">
                  <a:moveTo>
                    <a:pt x="6644" y="108361"/>
                  </a:moveTo>
                  <a:lnTo>
                    <a:pt x="0" y="104760"/>
                  </a:lnTo>
                  <a:cubicBezTo>
                    <a:pt x="2089" y="100925"/>
                    <a:pt x="54487" y="10588"/>
                    <a:pt x="341487" y="0"/>
                  </a:cubicBezTo>
                  <a:lnTo>
                    <a:pt x="341776" y="7545"/>
                  </a:lnTo>
                  <a:cubicBezTo>
                    <a:pt x="59042" y="17988"/>
                    <a:pt x="7130" y="107461"/>
                    <a:pt x="6644" y="10836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78" name="Google Shape;378;p27"/>
            <p:cNvSpPr/>
            <p:nvPr/>
          </p:nvSpPr>
          <p:spPr>
            <a:xfrm>
              <a:off x="7449447" y="2039512"/>
              <a:ext cx="88536" cy="46906"/>
            </a:xfrm>
            <a:custGeom>
              <a:avLst/>
              <a:gdLst/>
              <a:ahLst/>
              <a:cxnLst/>
              <a:rect l="l" t="t" r="r" b="b"/>
              <a:pathLst>
                <a:path w="88536" h="46906" extrusionOk="0">
                  <a:moveTo>
                    <a:pt x="4375" y="46906"/>
                  </a:moveTo>
                  <a:lnTo>
                    <a:pt x="0" y="40748"/>
                  </a:lnTo>
                  <a:cubicBezTo>
                    <a:pt x="1602" y="39596"/>
                    <a:pt x="40045" y="12442"/>
                    <a:pt x="86592" y="0"/>
                  </a:cubicBezTo>
                  <a:lnTo>
                    <a:pt x="88536" y="7292"/>
                  </a:lnTo>
                  <a:cubicBezTo>
                    <a:pt x="43305" y="19393"/>
                    <a:pt x="4753" y="46618"/>
                    <a:pt x="4375" y="4688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79" name="Google Shape;379;p27"/>
            <p:cNvSpPr/>
            <p:nvPr/>
          </p:nvSpPr>
          <p:spPr>
            <a:xfrm>
              <a:off x="7734701" y="735017"/>
              <a:ext cx="264492" cy="162632"/>
            </a:xfrm>
            <a:custGeom>
              <a:avLst/>
              <a:gdLst/>
              <a:ahLst/>
              <a:cxnLst/>
              <a:rect l="l" t="t" r="r" b="b"/>
              <a:pathLst>
                <a:path w="264492" h="162632" extrusionOk="0">
                  <a:moveTo>
                    <a:pt x="257200" y="162632"/>
                  </a:moveTo>
                  <a:cubicBezTo>
                    <a:pt x="239627" y="95991"/>
                    <a:pt x="145868" y="39398"/>
                    <a:pt x="0" y="7383"/>
                  </a:cubicBezTo>
                  <a:lnTo>
                    <a:pt x="1620" y="0"/>
                  </a:lnTo>
                  <a:cubicBezTo>
                    <a:pt x="150352" y="32645"/>
                    <a:pt x="246163" y="91219"/>
                    <a:pt x="264492" y="160705"/>
                  </a:cubicBezTo>
                  <a:lnTo>
                    <a:pt x="257183" y="16263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80" name="Google Shape;380;p27"/>
            <p:cNvSpPr/>
            <p:nvPr/>
          </p:nvSpPr>
          <p:spPr>
            <a:xfrm>
              <a:off x="7230509" y="709294"/>
              <a:ext cx="402222" cy="38093"/>
            </a:xfrm>
            <a:custGeom>
              <a:avLst/>
              <a:gdLst/>
              <a:ahLst/>
              <a:cxnLst/>
              <a:rect l="l" t="t" r="r" b="b"/>
              <a:pathLst>
                <a:path w="402222" h="38093" extrusionOk="0">
                  <a:moveTo>
                    <a:pt x="1963" y="38075"/>
                  </a:moveTo>
                  <a:lnTo>
                    <a:pt x="0" y="30783"/>
                  </a:lnTo>
                  <a:cubicBezTo>
                    <a:pt x="114592" y="-44"/>
                    <a:pt x="261198" y="-8183"/>
                    <a:pt x="402222" y="8473"/>
                  </a:cubicBezTo>
                  <a:lnTo>
                    <a:pt x="401341" y="15982"/>
                  </a:lnTo>
                  <a:cubicBezTo>
                    <a:pt x="261253" y="-566"/>
                    <a:pt x="115690" y="7483"/>
                    <a:pt x="1963" y="3809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81" name="Google Shape;381;p27"/>
            <p:cNvSpPr/>
            <p:nvPr/>
          </p:nvSpPr>
          <p:spPr>
            <a:xfrm>
              <a:off x="7109309" y="754283"/>
              <a:ext cx="374691" cy="68585"/>
            </a:xfrm>
            <a:custGeom>
              <a:avLst/>
              <a:gdLst/>
              <a:ahLst/>
              <a:cxnLst/>
              <a:rect l="l" t="t" r="r" b="b"/>
              <a:pathLst>
                <a:path w="374691" h="68585" extrusionOk="0">
                  <a:moveTo>
                    <a:pt x="2323" y="68568"/>
                  </a:moveTo>
                  <a:lnTo>
                    <a:pt x="0" y="61383"/>
                  </a:lnTo>
                  <a:cubicBezTo>
                    <a:pt x="124351" y="21211"/>
                    <a:pt x="253924" y="0"/>
                    <a:pt x="374692" y="0"/>
                  </a:cubicBezTo>
                  <a:lnTo>
                    <a:pt x="374692" y="7563"/>
                  </a:lnTo>
                  <a:cubicBezTo>
                    <a:pt x="254698" y="7563"/>
                    <a:pt x="125935" y="28666"/>
                    <a:pt x="2323" y="68586"/>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82" name="Google Shape;382;p27"/>
            <p:cNvSpPr/>
            <p:nvPr/>
          </p:nvSpPr>
          <p:spPr>
            <a:xfrm>
              <a:off x="6942302" y="835113"/>
              <a:ext cx="113817" cy="54720"/>
            </a:xfrm>
            <a:custGeom>
              <a:avLst/>
              <a:gdLst/>
              <a:ahLst/>
              <a:cxnLst/>
              <a:rect l="l" t="t" r="r" b="b"/>
              <a:pathLst>
                <a:path w="113817" h="54720" extrusionOk="0">
                  <a:moveTo>
                    <a:pt x="3350" y="54721"/>
                  </a:moveTo>
                  <a:lnTo>
                    <a:pt x="0" y="47951"/>
                  </a:lnTo>
                  <a:cubicBezTo>
                    <a:pt x="35239" y="30557"/>
                    <a:pt x="72638" y="14423"/>
                    <a:pt x="111171" y="0"/>
                  </a:cubicBezTo>
                  <a:lnTo>
                    <a:pt x="113817" y="7076"/>
                  </a:lnTo>
                  <a:cubicBezTo>
                    <a:pt x="75536" y="21409"/>
                    <a:pt x="38371" y="37435"/>
                    <a:pt x="3350" y="5472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83" name="Google Shape;383;p27"/>
            <p:cNvSpPr/>
            <p:nvPr/>
          </p:nvSpPr>
          <p:spPr>
            <a:xfrm>
              <a:off x="6810643" y="1025490"/>
              <a:ext cx="53393" cy="62188"/>
            </a:xfrm>
            <a:custGeom>
              <a:avLst/>
              <a:gdLst/>
              <a:ahLst/>
              <a:cxnLst/>
              <a:rect l="l" t="t" r="r" b="b"/>
              <a:pathLst>
                <a:path w="53393" h="62188" extrusionOk="0">
                  <a:moveTo>
                    <a:pt x="4283" y="48296"/>
                  </a:moveTo>
                  <a:cubicBezTo>
                    <a:pt x="5093" y="49700"/>
                    <a:pt x="5993" y="51032"/>
                    <a:pt x="7020" y="52257"/>
                  </a:cubicBezTo>
                  <a:cubicBezTo>
                    <a:pt x="36784" y="88377"/>
                    <a:pt x="75875" y="15416"/>
                    <a:pt x="37289" y="1209"/>
                  </a:cubicBezTo>
                  <a:cubicBezTo>
                    <a:pt x="23712" y="-3796"/>
                    <a:pt x="6120" y="7439"/>
                    <a:pt x="1474" y="22006"/>
                  </a:cubicBezTo>
                  <a:cubicBezTo>
                    <a:pt x="-1263" y="30613"/>
                    <a:pt x="-110" y="40589"/>
                    <a:pt x="4283" y="48278"/>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84" name="Google Shape;384;p27"/>
            <p:cNvSpPr/>
            <p:nvPr/>
          </p:nvSpPr>
          <p:spPr>
            <a:xfrm>
              <a:off x="7622363" y="1295781"/>
              <a:ext cx="53393" cy="62188"/>
            </a:xfrm>
            <a:custGeom>
              <a:avLst/>
              <a:gdLst/>
              <a:ahLst/>
              <a:cxnLst/>
              <a:rect l="l" t="t" r="r" b="b"/>
              <a:pathLst>
                <a:path w="53393" h="62188" extrusionOk="0">
                  <a:moveTo>
                    <a:pt x="4283" y="48296"/>
                  </a:moveTo>
                  <a:cubicBezTo>
                    <a:pt x="5094" y="49700"/>
                    <a:pt x="5994" y="51032"/>
                    <a:pt x="7020" y="52257"/>
                  </a:cubicBezTo>
                  <a:cubicBezTo>
                    <a:pt x="36785" y="88377"/>
                    <a:pt x="75876" y="15416"/>
                    <a:pt x="37289" y="1209"/>
                  </a:cubicBezTo>
                  <a:cubicBezTo>
                    <a:pt x="23712" y="-3796"/>
                    <a:pt x="6120" y="7439"/>
                    <a:pt x="1474" y="22006"/>
                  </a:cubicBezTo>
                  <a:cubicBezTo>
                    <a:pt x="-1263" y="30613"/>
                    <a:pt x="-110" y="40589"/>
                    <a:pt x="4283" y="4827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85" name="Google Shape;385;p27"/>
            <p:cNvSpPr/>
            <p:nvPr/>
          </p:nvSpPr>
          <p:spPr>
            <a:xfrm>
              <a:off x="7134647" y="1708417"/>
              <a:ext cx="53393" cy="62182"/>
            </a:xfrm>
            <a:custGeom>
              <a:avLst/>
              <a:gdLst/>
              <a:ahLst/>
              <a:cxnLst/>
              <a:rect l="l" t="t" r="r" b="b"/>
              <a:pathLst>
                <a:path w="53393" h="62182" extrusionOk="0">
                  <a:moveTo>
                    <a:pt x="4283" y="48289"/>
                  </a:moveTo>
                  <a:cubicBezTo>
                    <a:pt x="5094" y="49694"/>
                    <a:pt x="5994" y="51026"/>
                    <a:pt x="7020" y="52251"/>
                  </a:cubicBezTo>
                  <a:cubicBezTo>
                    <a:pt x="36784" y="88371"/>
                    <a:pt x="75875" y="15410"/>
                    <a:pt x="37289" y="1203"/>
                  </a:cubicBezTo>
                  <a:cubicBezTo>
                    <a:pt x="23712" y="-3785"/>
                    <a:pt x="6120" y="7433"/>
                    <a:pt x="1474" y="22000"/>
                  </a:cubicBezTo>
                  <a:cubicBezTo>
                    <a:pt x="-1263" y="30607"/>
                    <a:pt x="-110" y="40583"/>
                    <a:pt x="4283" y="4827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86" name="Google Shape;386;p27"/>
            <p:cNvSpPr/>
            <p:nvPr/>
          </p:nvSpPr>
          <p:spPr>
            <a:xfrm>
              <a:off x="7744031" y="1098817"/>
              <a:ext cx="53393" cy="62182"/>
            </a:xfrm>
            <a:custGeom>
              <a:avLst/>
              <a:gdLst/>
              <a:ahLst/>
              <a:cxnLst/>
              <a:rect l="l" t="t" r="r" b="b"/>
              <a:pathLst>
                <a:path w="53393" h="62182" extrusionOk="0">
                  <a:moveTo>
                    <a:pt x="4283" y="48289"/>
                  </a:moveTo>
                  <a:cubicBezTo>
                    <a:pt x="5093" y="49694"/>
                    <a:pt x="5993" y="51026"/>
                    <a:pt x="7020" y="52251"/>
                  </a:cubicBezTo>
                  <a:cubicBezTo>
                    <a:pt x="36784" y="88371"/>
                    <a:pt x="75876" y="15410"/>
                    <a:pt x="37288" y="1203"/>
                  </a:cubicBezTo>
                  <a:cubicBezTo>
                    <a:pt x="23711" y="-3785"/>
                    <a:pt x="6120" y="7433"/>
                    <a:pt x="1474" y="22000"/>
                  </a:cubicBezTo>
                  <a:cubicBezTo>
                    <a:pt x="-1263" y="30607"/>
                    <a:pt x="-111" y="40583"/>
                    <a:pt x="4283" y="4827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87" name="Google Shape;387;p27"/>
            <p:cNvSpPr/>
            <p:nvPr/>
          </p:nvSpPr>
          <p:spPr>
            <a:xfrm>
              <a:off x="6837354" y="1129918"/>
              <a:ext cx="32316" cy="37638"/>
            </a:xfrm>
            <a:custGeom>
              <a:avLst/>
              <a:gdLst/>
              <a:ahLst/>
              <a:cxnLst/>
              <a:rect l="l" t="t" r="r" b="b"/>
              <a:pathLst>
                <a:path w="32316" h="37638" extrusionOk="0">
                  <a:moveTo>
                    <a:pt x="2584" y="29235"/>
                  </a:moveTo>
                  <a:cubicBezTo>
                    <a:pt x="3069" y="30081"/>
                    <a:pt x="3627" y="30891"/>
                    <a:pt x="4240" y="31629"/>
                  </a:cubicBezTo>
                  <a:cubicBezTo>
                    <a:pt x="22264" y="53489"/>
                    <a:pt x="45924" y="9320"/>
                    <a:pt x="22570" y="731"/>
                  </a:cubicBezTo>
                  <a:cubicBezTo>
                    <a:pt x="14359" y="-2294"/>
                    <a:pt x="3699" y="4494"/>
                    <a:pt x="890" y="13317"/>
                  </a:cubicBezTo>
                  <a:cubicBezTo>
                    <a:pt x="-766" y="18539"/>
                    <a:pt x="-64" y="24571"/>
                    <a:pt x="2601" y="292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88" name="Google Shape;388;p27"/>
            <p:cNvSpPr/>
            <p:nvPr/>
          </p:nvSpPr>
          <p:spPr>
            <a:xfrm>
              <a:off x="7727868" y="1264604"/>
              <a:ext cx="32316" cy="37638"/>
            </a:xfrm>
            <a:custGeom>
              <a:avLst/>
              <a:gdLst/>
              <a:ahLst/>
              <a:cxnLst/>
              <a:rect l="l" t="t" r="r" b="b"/>
              <a:pathLst>
                <a:path w="32316" h="37638" extrusionOk="0">
                  <a:moveTo>
                    <a:pt x="2583" y="29235"/>
                  </a:moveTo>
                  <a:cubicBezTo>
                    <a:pt x="3069" y="30081"/>
                    <a:pt x="3627" y="30891"/>
                    <a:pt x="4240" y="31629"/>
                  </a:cubicBezTo>
                  <a:cubicBezTo>
                    <a:pt x="22264" y="53489"/>
                    <a:pt x="45924" y="9320"/>
                    <a:pt x="22570" y="731"/>
                  </a:cubicBezTo>
                  <a:cubicBezTo>
                    <a:pt x="14359" y="-2294"/>
                    <a:pt x="3699" y="4494"/>
                    <a:pt x="890" y="13317"/>
                  </a:cubicBezTo>
                  <a:cubicBezTo>
                    <a:pt x="-766" y="18539"/>
                    <a:pt x="-64" y="24571"/>
                    <a:pt x="2601" y="292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89" name="Google Shape;389;p27"/>
            <p:cNvSpPr/>
            <p:nvPr/>
          </p:nvSpPr>
          <p:spPr>
            <a:xfrm>
              <a:off x="7329661" y="1812839"/>
              <a:ext cx="32316" cy="37638"/>
            </a:xfrm>
            <a:custGeom>
              <a:avLst/>
              <a:gdLst/>
              <a:ahLst/>
              <a:cxnLst/>
              <a:rect l="l" t="t" r="r" b="b"/>
              <a:pathLst>
                <a:path w="32316" h="37638" extrusionOk="0">
                  <a:moveTo>
                    <a:pt x="2583" y="29235"/>
                  </a:moveTo>
                  <a:cubicBezTo>
                    <a:pt x="3069" y="30081"/>
                    <a:pt x="3627" y="30891"/>
                    <a:pt x="4239" y="31630"/>
                  </a:cubicBezTo>
                  <a:cubicBezTo>
                    <a:pt x="22264" y="53489"/>
                    <a:pt x="45924" y="9320"/>
                    <a:pt x="22570" y="731"/>
                  </a:cubicBezTo>
                  <a:cubicBezTo>
                    <a:pt x="14359" y="-2294"/>
                    <a:pt x="3699" y="4494"/>
                    <a:pt x="890" y="13317"/>
                  </a:cubicBezTo>
                  <a:cubicBezTo>
                    <a:pt x="-766" y="18539"/>
                    <a:pt x="-64" y="24571"/>
                    <a:pt x="2601" y="292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90" name="Google Shape;390;p27"/>
            <p:cNvSpPr/>
            <p:nvPr/>
          </p:nvSpPr>
          <p:spPr>
            <a:xfrm>
              <a:off x="6707852" y="1175809"/>
              <a:ext cx="23778" cy="27702"/>
            </a:xfrm>
            <a:custGeom>
              <a:avLst/>
              <a:gdLst/>
              <a:ahLst/>
              <a:cxnLst/>
              <a:rect l="l" t="t" r="r" b="b"/>
              <a:pathLst>
                <a:path w="23778" h="27702" extrusionOk="0">
                  <a:moveTo>
                    <a:pt x="1900" y="21517"/>
                  </a:moveTo>
                  <a:cubicBezTo>
                    <a:pt x="2261" y="22147"/>
                    <a:pt x="2656" y="22742"/>
                    <a:pt x="3125" y="23282"/>
                  </a:cubicBezTo>
                  <a:cubicBezTo>
                    <a:pt x="16377" y="39361"/>
                    <a:pt x="33789" y="6878"/>
                    <a:pt x="16611" y="540"/>
                  </a:cubicBezTo>
                  <a:cubicBezTo>
                    <a:pt x="10561" y="-1693"/>
                    <a:pt x="2728" y="3313"/>
                    <a:pt x="658" y="9795"/>
                  </a:cubicBezTo>
                  <a:cubicBezTo>
                    <a:pt x="-567" y="13630"/>
                    <a:pt x="-45" y="18078"/>
                    <a:pt x="1919" y="2149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91" name="Google Shape;391;p27"/>
            <p:cNvSpPr/>
            <p:nvPr/>
          </p:nvSpPr>
          <p:spPr>
            <a:xfrm>
              <a:off x="7714020" y="1458992"/>
              <a:ext cx="23778" cy="27702"/>
            </a:xfrm>
            <a:custGeom>
              <a:avLst/>
              <a:gdLst/>
              <a:ahLst/>
              <a:cxnLst/>
              <a:rect l="l" t="t" r="r" b="b"/>
              <a:pathLst>
                <a:path w="23778" h="27702" extrusionOk="0">
                  <a:moveTo>
                    <a:pt x="1900" y="21517"/>
                  </a:moveTo>
                  <a:cubicBezTo>
                    <a:pt x="2261" y="22147"/>
                    <a:pt x="2656" y="22742"/>
                    <a:pt x="3125" y="23282"/>
                  </a:cubicBezTo>
                  <a:cubicBezTo>
                    <a:pt x="16377" y="39361"/>
                    <a:pt x="33789" y="6878"/>
                    <a:pt x="16611" y="540"/>
                  </a:cubicBezTo>
                  <a:cubicBezTo>
                    <a:pt x="10561" y="-1693"/>
                    <a:pt x="2728" y="3313"/>
                    <a:pt x="658" y="9795"/>
                  </a:cubicBezTo>
                  <a:cubicBezTo>
                    <a:pt x="-567" y="13630"/>
                    <a:pt x="-45" y="18078"/>
                    <a:pt x="1919" y="2149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92" name="Google Shape;392;p27"/>
            <p:cNvSpPr/>
            <p:nvPr/>
          </p:nvSpPr>
          <p:spPr>
            <a:xfrm>
              <a:off x="7350097" y="1954541"/>
              <a:ext cx="23778" cy="27702"/>
            </a:xfrm>
            <a:custGeom>
              <a:avLst/>
              <a:gdLst/>
              <a:ahLst/>
              <a:cxnLst/>
              <a:rect l="l" t="t" r="r" b="b"/>
              <a:pathLst>
                <a:path w="23778" h="27702" extrusionOk="0">
                  <a:moveTo>
                    <a:pt x="1900" y="21517"/>
                  </a:moveTo>
                  <a:cubicBezTo>
                    <a:pt x="2260" y="22147"/>
                    <a:pt x="2656" y="22741"/>
                    <a:pt x="3124" y="23282"/>
                  </a:cubicBezTo>
                  <a:cubicBezTo>
                    <a:pt x="16377" y="39361"/>
                    <a:pt x="33789" y="6878"/>
                    <a:pt x="16611" y="540"/>
                  </a:cubicBezTo>
                  <a:cubicBezTo>
                    <a:pt x="10561" y="-1693"/>
                    <a:pt x="2728" y="3313"/>
                    <a:pt x="658" y="9795"/>
                  </a:cubicBezTo>
                  <a:cubicBezTo>
                    <a:pt x="-567" y="13630"/>
                    <a:pt x="-45" y="18078"/>
                    <a:pt x="1918" y="2149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393" name="Google Shape;393;p27"/>
          <p:cNvGrpSpPr/>
          <p:nvPr/>
        </p:nvGrpSpPr>
        <p:grpSpPr>
          <a:xfrm>
            <a:off x="7186932" y="628632"/>
            <a:ext cx="1477805" cy="281439"/>
            <a:chOff x="4839550" y="841767"/>
            <a:chExt cx="1477805" cy="281439"/>
          </a:xfrm>
        </p:grpSpPr>
        <p:sp>
          <p:nvSpPr>
            <p:cNvPr id="394" name="Google Shape;394;p27"/>
            <p:cNvSpPr/>
            <p:nvPr/>
          </p:nvSpPr>
          <p:spPr>
            <a:xfrm>
              <a:off x="4839550" y="841767"/>
              <a:ext cx="1477805" cy="281439"/>
            </a:xfrm>
            <a:custGeom>
              <a:avLst/>
              <a:gdLst/>
              <a:ahLst/>
              <a:cxnLst/>
              <a:rect l="l" t="t" r="r" b="b"/>
              <a:pathLst>
                <a:path w="1477805" h="281439" extrusionOk="0">
                  <a:moveTo>
                    <a:pt x="1477806" y="281440"/>
                  </a:moveTo>
                  <a:lnTo>
                    <a:pt x="0" y="281440"/>
                  </a:lnTo>
                  <a:cubicBezTo>
                    <a:pt x="73483" y="202573"/>
                    <a:pt x="125234" y="182658"/>
                    <a:pt x="159445" y="210333"/>
                  </a:cubicBezTo>
                  <a:cubicBezTo>
                    <a:pt x="281869" y="115963"/>
                    <a:pt x="393814" y="122877"/>
                    <a:pt x="443817" y="188330"/>
                  </a:cubicBezTo>
                  <a:cubicBezTo>
                    <a:pt x="514888" y="-46237"/>
                    <a:pt x="761447" y="-43662"/>
                    <a:pt x="849551" y="97200"/>
                  </a:cubicBezTo>
                  <a:cubicBezTo>
                    <a:pt x="957696" y="-2518"/>
                    <a:pt x="1142260" y="82939"/>
                    <a:pt x="1202941" y="210333"/>
                  </a:cubicBezTo>
                  <a:cubicBezTo>
                    <a:pt x="1285481" y="170864"/>
                    <a:pt x="1381634" y="177490"/>
                    <a:pt x="1477806" y="28144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95" name="Google Shape;395;p27"/>
            <p:cNvSpPr/>
            <p:nvPr/>
          </p:nvSpPr>
          <p:spPr>
            <a:xfrm>
              <a:off x="5979073" y="1048769"/>
              <a:ext cx="65218" cy="51119"/>
            </a:xfrm>
            <a:custGeom>
              <a:avLst/>
              <a:gdLst/>
              <a:ahLst/>
              <a:cxnLst/>
              <a:rect l="l" t="t" r="r" b="b"/>
              <a:pathLst>
                <a:path w="65218" h="51119" extrusionOk="0">
                  <a:moveTo>
                    <a:pt x="5492" y="51119"/>
                  </a:moveTo>
                  <a:lnTo>
                    <a:pt x="0" y="45916"/>
                  </a:lnTo>
                  <a:cubicBezTo>
                    <a:pt x="24686" y="19843"/>
                    <a:pt x="60159" y="810"/>
                    <a:pt x="61654" y="0"/>
                  </a:cubicBezTo>
                  <a:lnTo>
                    <a:pt x="65219" y="6680"/>
                  </a:lnTo>
                  <a:cubicBezTo>
                    <a:pt x="64858" y="6860"/>
                    <a:pt x="29332" y="25947"/>
                    <a:pt x="5510" y="5111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96" name="Google Shape;396;p27"/>
            <p:cNvSpPr/>
            <p:nvPr/>
          </p:nvSpPr>
          <p:spPr>
            <a:xfrm>
              <a:off x="5685914" y="936950"/>
              <a:ext cx="55009" cy="109459"/>
            </a:xfrm>
            <a:custGeom>
              <a:avLst/>
              <a:gdLst/>
              <a:ahLst/>
              <a:cxnLst/>
              <a:rect l="l" t="t" r="r" b="b"/>
              <a:pathLst>
                <a:path w="55009" h="109459" extrusionOk="0">
                  <a:moveTo>
                    <a:pt x="47735" y="109460"/>
                  </a:moveTo>
                  <a:cubicBezTo>
                    <a:pt x="33780" y="57620"/>
                    <a:pt x="342" y="4574"/>
                    <a:pt x="0" y="4051"/>
                  </a:cubicBezTo>
                  <a:lnTo>
                    <a:pt x="6374" y="0"/>
                  </a:lnTo>
                  <a:cubicBezTo>
                    <a:pt x="6716" y="540"/>
                    <a:pt x="40749" y="54523"/>
                    <a:pt x="55009" y="107497"/>
                  </a:cubicBezTo>
                  <a:lnTo>
                    <a:pt x="47716" y="10946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97" name="Google Shape;397;p27"/>
            <p:cNvSpPr/>
            <p:nvPr/>
          </p:nvSpPr>
          <p:spPr>
            <a:xfrm rot="-4672513">
              <a:off x="5254718" y="1048913"/>
              <a:ext cx="46609" cy="7561"/>
            </a:xfrm>
            <a:custGeom>
              <a:avLst/>
              <a:gdLst/>
              <a:ahLst/>
              <a:cxnLst/>
              <a:rect l="l" t="t" r="r" b="b"/>
              <a:pathLst>
                <a:path w="46618" h="7562" extrusionOk="0">
                  <a:moveTo>
                    <a:pt x="0" y="0"/>
                  </a:moveTo>
                  <a:lnTo>
                    <a:pt x="46618" y="0"/>
                  </a:lnTo>
                  <a:lnTo>
                    <a:pt x="46618" y="7562"/>
                  </a:lnTo>
                  <a:lnTo>
                    <a:pt x="0" y="7562"/>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98" name="Google Shape;398;p27"/>
            <p:cNvSpPr/>
            <p:nvPr/>
          </p:nvSpPr>
          <p:spPr>
            <a:xfrm>
              <a:off x="5667188" y="1040531"/>
              <a:ext cx="139170" cy="48751"/>
            </a:xfrm>
            <a:custGeom>
              <a:avLst/>
              <a:gdLst/>
              <a:ahLst/>
              <a:cxnLst/>
              <a:rect l="l" t="t" r="r" b="b"/>
              <a:pathLst>
                <a:path w="139170" h="48751" extrusionOk="0">
                  <a:moveTo>
                    <a:pt x="5492" y="48734"/>
                  </a:moveTo>
                  <a:lnTo>
                    <a:pt x="0" y="43548"/>
                  </a:lnTo>
                  <a:cubicBezTo>
                    <a:pt x="45448" y="-4547"/>
                    <a:pt x="92264" y="-12848"/>
                    <a:pt x="139170" y="18861"/>
                  </a:cubicBezTo>
                  <a:lnTo>
                    <a:pt x="134938" y="25127"/>
                  </a:lnTo>
                  <a:cubicBezTo>
                    <a:pt x="90950" y="-4619"/>
                    <a:pt x="48617" y="3106"/>
                    <a:pt x="5492" y="4875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99" name="Google Shape;399;p27"/>
            <p:cNvSpPr/>
            <p:nvPr/>
          </p:nvSpPr>
          <p:spPr>
            <a:xfrm>
              <a:off x="4996889" y="1048967"/>
              <a:ext cx="44888" cy="51677"/>
            </a:xfrm>
            <a:custGeom>
              <a:avLst/>
              <a:gdLst/>
              <a:ahLst/>
              <a:cxnLst/>
              <a:rect l="l" t="t" r="r" b="b"/>
              <a:pathLst>
                <a:path w="44888" h="51677" extrusionOk="0">
                  <a:moveTo>
                    <a:pt x="37867" y="51678"/>
                  </a:moveTo>
                  <a:cubicBezTo>
                    <a:pt x="27117" y="24794"/>
                    <a:pt x="270" y="6446"/>
                    <a:pt x="0" y="6266"/>
                  </a:cubicBezTo>
                  <a:lnTo>
                    <a:pt x="4231" y="0"/>
                  </a:lnTo>
                  <a:cubicBezTo>
                    <a:pt x="5419" y="792"/>
                    <a:pt x="33293" y="19843"/>
                    <a:pt x="44889" y="48869"/>
                  </a:cubicBezTo>
                  <a:lnTo>
                    <a:pt x="37885" y="5167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400" name="Google Shape;400;p27"/>
          <p:cNvGrpSpPr/>
          <p:nvPr/>
        </p:nvGrpSpPr>
        <p:grpSpPr>
          <a:xfrm>
            <a:off x="5431729" y="965562"/>
            <a:ext cx="865216" cy="160193"/>
            <a:chOff x="4616904" y="741537"/>
            <a:chExt cx="865216" cy="160193"/>
          </a:xfrm>
        </p:grpSpPr>
        <p:sp>
          <p:nvSpPr>
            <p:cNvPr id="401" name="Google Shape;401;p27"/>
            <p:cNvSpPr/>
            <p:nvPr/>
          </p:nvSpPr>
          <p:spPr>
            <a:xfrm>
              <a:off x="4616904" y="741537"/>
              <a:ext cx="865216" cy="160193"/>
            </a:xfrm>
            <a:custGeom>
              <a:avLst/>
              <a:gdLst/>
              <a:ahLst/>
              <a:cxnLst/>
              <a:rect l="l" t="t" r="r" b="b"/>
              <a:pathLst>
                <a:path w="865216" h="160193" extrusionOk="0">
                  <a:moveTo>
                    <a:pt x="0" y="160194"/>
                  </a:moveTo>
                  <a:lnTo>
                    <a:pt x="865217" y="160194"/>
                  </a:lnTo>
                  <a:cubicBezTo>
                    <a:pt x="822199" y="115304"/>
                    <a:pt x="791895" y="103960"/>
                    <a:pt x="771872" y="119716"/>
                  </a:cubicBezTo>
                  <a:cubicBezTo>
                    <a:pt x="700190" y="66003"/>
                    <a:pt x="634647" y="69929"/>
                    <a:pt x="605387" y="107201"/>
                  </a:cubicBezTo>
                  <a:cubicBezTo>
                    <a:pt x="563774" y="-26314"/>
                    <a:pt x="419419" y="-24856"/>
                    <a:pt x="367831" y="55326"/>
                  </a:cubicBezTo>
                  <a:cubicBezTo>
                    <a:pt x="304521" y="-1430"/>
                    <a:pt x="196466" y="47205"/>
                    <a:pt x="160939" y="119716"/>
                  </a:cubicBezTo>
                  <a:cubicBezTo>
                    <a:pt x="112611" y="97244"/>
                    <a:pt x="56324" y="101025"/>
                    <a:pt x="18" y="16019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02" name="Google Shape;402;p27"/>
            <p:cNvSpPr/>
            <p:nvPr/>
          </p:nvSpPr>
          <p:spPr>
            <a:xfrm>
              <a:off x="4776078" y="857903"/>
              <a:ext cx="39974" cy="31708"/>
            </a:xfrm>
            <a:custGeom>
              <a:avLst/>
              <a:gdLst/>
              <a:ahLst/>
              <a:cxnLst/>
              <a:rect l="l" t="t" r="r" b="b"/>
              <a:pathLst>
                <a:path w="39974" h="31708" extrusionOk="0">
                  <a:moveTo>
                    <a:pt x="34555" y="31709"/>
                  </a:moveTo>
                  <a:cubicBezTo>
                    <a:pt x="20779" y="17556"/>
                    <a:pt x="199" y="6824"/>
                    <a:pt x="0" y="6716"/>
                  </a:cubicBezTo>
                  <a:lnTo>
                    <a:pt x="3476" y="0"/>
                  </a:lnTo>
                  <a:cubicBezTo>
                    <a:pt x="4358" y="450"/>
                    <a:pt x="25353" y="11416"/>
                    <a:pt x="39974" y="26433"/>
                  </a:cubicBezTo>
                  <a:lnTo>
                    <a:pt x="34555" y="3170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03" name="Google Shape;403;p27"/>
            <p:cNvSpPr/>
            <p:nvPr/>
          </p:nvSpPr>
          <p:spPr>
            <a:xfrm>
              <a:off x="4952864" y="794791"/>
              <a:ext cx="35022" cy="63669"/>
            </a:xfrm>
            <a:custGeom>
              <a:avLst/>
              <a:gdLst/>
              <a:ahLst/>
              <a:cxnLst/>
              <a:rect l="l" t="t" r="r" b="b"/>
              <a:pathLst>
                <a:path w="35022" h="63669" extrusionOk="0">
                  <a:moveTo>
                    <a:pt x="7275" y="63670"/>
                  </a:moveTo>
                  <a:lnTo>
                    <a:pt x="0" y="61653"/>
                  </a:lnTo>
                  <a:cubicBezTo>
                    <a:pt x="8409" y="31259"/>
                    <a:pt x="27874" y="1260"/>
                    <a:pt x="28684" y="0"/>
                  </a:cubicBezTo>
                  <a:lnTo>
                    <a:pt x="35022" y="4141"/>
                  </a:lnTo>
                  <a:cubicBezTo>
                    <a:pt x="34824" y="4447"/>
                    <a:pt x="15377" y="34428"/>
                    <a:pt x="7275" y="6367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04" name="Google Shape;404;p27"/>
            <p:cNvSpPr/>
            <p:nvPr/>
          </p:nvSpPr>
          <p:spPr>
            <a:xfrm rot="-752659">
              <a:off x="5221372" y="848514"/>
              <a:ext cx="7573" cy="26596"/>
            </a:xfrm>
            <a:custGeom>
              <a:avLst/>
              <a:gdLst/>
              <a:ahLst/>
              <a:cxnLst/>
              <a:rect l="l" t="t" r="r" b="b"/>
              <a:pathLst>
                <a:path w="7562" h="26559" extrusionOk="0">
                  <a:moveTo>
                    <a:pt x="0" y="0"/>
                  </a:moveTo>
                  <a:lnTo>
                    <a:pt x="7563" y="0"/>
                  </a:lnTo>
                  <a:lnTo>
                    <a:pt x="7563" y="26559"/>
                  </a:lnTo>
                  <a:lnTo>
                    <a:pt x="0" y="265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05" name="Google Shape;405;p27"/>
            <p:cNvSpPr/>
            <p:nvPr/>
          </p:nvSpPr>
          <p:spPr>
            <a:xfrm>
              <a:off x="4915248" y="852986"/>
              <a:ext cx="83422" cy="30576"/>
            </a:xfrm>
            <a:custGeom>
              <a:avLst/>
              <a:gdLst/>
              <a:ahLst/>
              <a:cxnLst/>
              <a:rect l="l" t="t" r="r" b="b"/>
              <a:pathLst>
                <a:path w="83422" h="30576" extrusionOk="0">
                  <a:moveTo>
                    <a:pt x="78003" y="30576"/>
                  </a:moveTo>
                  <a:cubicBezTo>
                    <a:pt x="53353" y="5224"/>
                    <a:pt x="29188" y="884"/>
                    <a:pt x="4142" y="17342"/>
                  </a:cubicBezTo>
                  <a:lnTo>
                    <a:pt x="0" y="11022"/>
                  </a:lnTo>
                  <a:cubicBezTo>
                    <a:pt x="28126" y="-7471"/>
                    <a:pt x="56216" y="-2681"/>
                    <a:pt x="83423" y="25301"/>
                  </a:cubicBezTo>
                  <a:lnTo>
                    <a:pt x="78003" y="3057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06" name="Google Shape;406;p27"/>
            <p:cNvSpPr/>
            <p:nvPr/>
          </p:nvSpPr>
          <p:spPr>
            <a:xfrm>
              <a:off x="5362271" y="858101"/>
              <a:ext cx="28557" cy="31420"/>
            </a:xfrm>
            <a:custGeom>
              <a:avLst/>
              <a:gdLst/>
              <a:ahLst/>
              <a:cxnLst/>
              <a:rect l="l" t="t" r="r" b="b"/>
              <a:pathLst>
                <a:path w="28557" h="31420" extrusionOk="0">
                  <a:moveTo>
                    <a:pt x="7005" y="31421"/>
                  </a:moveTo>
                  <a:lnTo>
                    <a:pt x="0" y="28558"/>
                  </a:lnTo>
                  <a:cubicBezTo>
                    <a:pt x="6986" y="11578"/>
                    <a:pt x="23696" y="468"/>
                    <a:pt x="24417" y="0"/>
                  </a:cubicBezTo>
                  <a:lnTo>
                    <a:pt x="28558" y="6320"/>
                  </a:lnTo>
                  <a:cubicBezTo>
                    <a:pt x="28396" y="6428"/>
                    <a:pt x="13054" y="16656"/>
                    <a:pt x="6986" y="3142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3" name="Google Shape;423;p28"/>
          <p:cNvSpPr txBox="1">
            <a:spLocks noGrp="1"/>
          </p:cNvSpPr>
          <p:nvPr>
            <p:ph type="title"/>
          </p:nvPr>
        </p:nvSpPr>
        <p:spPr>
          <a:xfrm>
            <a:off x="720000" y="539500"/>
            <a:ext cx="3876722" cy="1188600"/>
          </a:xfrm>
          <a:prstGeom prst="rect">
            <a:avLst/>
          </a:prstGeom>
        </p:spPr>
        <p:txBody>
          <a:bodyPr spcFirstLastPara="1" wrap="square" lIns="91425" tIns="91425" rIns="91425" bIns="91425" anchor="b" anchorCtr="0">
            <a:noAutofit/>
          </a:bodyPr>
          <a:lstStyle/>
          <a:p>
            <a:pPr lvl="0"/>
            <a:r>
              <a:rPr lang="en-IN" dirty="0"/>
              <a:t>Common Training Pipeline</a:t>
            </a:r>
            <a:endParaRPr dirty="0"/>
          </a:p>
        </p:txBody>
      </p:sp>
      <p:grpSp>
        <p:nvGrpSpPr>
          <p:cNvPr id="425" name="Google Shape;425;p28"/>
          <p:cNvGrpSpPr/>
          <p:nvPr/>
        </p:nvGrpSpPr>
        <p:grpSpPr>
          <a:xfrm>
            <a:off x="5117497" y="596246"/>
            <a:ext cx="1927888" cy="679336"/>
            <a:chOff x="3100417" y="3374005"/>
            <a:chExt cx="1927888" cy="679336"/>
          </a:xfrm>
        </p:grpSpPr>
        <p:sp>
          <p:nvSpPr>
            <p:cNvPr id="426" name="Google Shape;426;p28"/>
            <p:cNvSpPr/>
            <p:nvPr/>
          </p:nvSpPr>
          <p:spPr>
            <a:xfrm>
              <a:off x="3550500" y="3572267"/>
              <a:ext cx="1477805" cy="281439"/>
            </a:xfrm>
            <a:custGeom>
              <a:avLst/>
              <a:gdLst/>
              <a:ahLst/>
              <a:cxnLst/>
              <a:rect l="l" t="t" r="r" b="b"/>
              <a:pathLst>
                <a:path w="1477805" h="281439" extrusionOk="0">
                  <a:moveTo>
                    <a:pt x="1477806" y="281440"/>
                  </a:moveTo>
                  <a:lnTo>
                    <a:pt x="0" y="281440"/>
                  </a:lnTo>
                  <a:cubicBezTo>
                    <a:pt x="73483" y="202573"/>
                    <a:pt x="125234" y="182658"/>
                    <a:pt x="159445" y="210333"/>
                  </a:cubicBezTo>
                  <a:cubicBezTo>
                    <a:pt x="281869" y="115963"/>
                    <a:pt x="393814" y="122877"/>
                    <a:pt x="443817" y="188330"/>
                  </a:cubicBezTo>
                  <a:cubicBezTo>
                    <a:pt x="514888" y="-46237"/>
                    <a:pt x="761447" y="-43662"/>
                    <a:pt x="849551" y="97200"/>
                  </a:cubicBezTo>
                  <a:cubicBezTo>
                    <a:pt x="957696" y="-2518"/>
                    <a:pt x="1142260" y="82939"/>
                    <a:pt x="1202941" y="210333"/>
                  </a:cubicBezTo>
                  <a:cubicBezTo>
                    <a:pt x="1285481" y="170864"/>
                    <a:pt x="1381634" y="177490"/>
                    <a:pt x="1477806" y="28144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27" name="Google Shape;427;p28"/>
            <p:cNvSpPr/>
            <p:nvPr/>
          </p:nvSpPr>
          <p:spPr>
            <a:xfrm>
              <a:off x="4690023" y="3779269"/>
              <a:ext cx="65218" cy="51119"/>
            </a:xfrm>
            <a:custGeom>
              <a:avLst/>
              <a:gdLst/>
              <a:ahLst/>
              <a:cxnLst/>
              <a:rect l="l" t="t" r="r" b="b"/>
              <a:pathLst>
                <a:path w="65218" h="51119" extrusionOk="0">
                  <a:moveTo>
                    <a:pt x="5492" y="51119"/>
                  </a:moveTo>
                  <a:lnTo>
                    <a:pt x="0" y="45916"/>
                  </a:lnTo>
                  <a:cubicBezTo>
                    <a:pt x="24686" y="19843"/>
                    <a:pt x="60159" y="810"/>
                    <a:pt x="61654" y="0"/>
                  </a:cubicBezTo>
                  <a:lnTo>
                    <a:pt x="65219" y="6680"/>
                  </a:lnTo>
                  <a:cubicBezTo>
                    <a:pt x="64858" y="6860"/>
                    <a:pt x="29332" y="25947"/>
                    <a:pt x="5510" y="5111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28" name="Google Shape;428;p28"/>
            <p:cNvSpPr/>
            <p:nvPr/>
          </p:nvSpPr>
          <p:spPr>
            <a:xfrm>
              <a:off x="4396864" y="3667450"/>
              <a:ext cx="55009" cy="109459"/>
            </a:xfrm>
            <a:custGeom>
              <a:avLst/>
              <a:gdLst/>
              <a:ahLst/>
              <a:cxnLst/>
              <a:rect l="l" t="t" r="r" b="b"/>
              <a:pathLst>
                <a:path w="55009" h="109459" extrusionOk="0">
                  <a:moveTo>
                    <a:pt x="47735" y="109460"/>
                  </a:moveTo>
                  <a:cubicBezTo>
                    <a:pt x="33780" y="57620"/>
                    <a:pt x="342" y="4574"/>
                    <a:pt x="0" y="4051"/>
                  </a:cubicBezTo>
                  <a:lnTo>
                    <a:pt x="6374" y="0"/>
                  </a:lnTo>
                  <a:cubicBezTo>
                    <a:pt x="6716" y="540"/>
                    <a:pt x="40749" y="54523"/>
                    <a:pt x="55009" y="107497"/>
                  </a:cubicBezTo>
                  <a:lnTo>
                    <a:pt x="47716" y="10946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29" name="Google Shape;429;p28"/>
            <p:cNvSpPr/>
            <p:nvPr/>
          </p:nvSpPr>
          <p:spPr>
            <a:xfrm rot="-4672513">
              <a:off x="3965668" y="3779413"/>
              <a:ext cx="46609" cy="7561"/>
            </a:xfrm>
            <a:custGeom>
              <a:avLst/>
              <a:gdLst/>
              <a:ahLst/>
              <a:cxnLst/>
              <a:rect l="l" t="t" r="r" b="b"/>
              <a:pathLst>
                <a:path w="46618" h="7562" extrusionOk="0">
                  <a:moveTo>
                    <a:pt x="0" y="0"/>
                  </a:moveTo>
                  <a:lnTo>
                    <a:pt x="46618" y="0"/>
                  </a:lnTo>
                  <a:lnTo>
                    <a:pt x="46618" y="7562"/>
                  </a:lnTo>
                  <a:lnTo>
                    <a:pt x="0" y="7562"/>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30" name="Google Shape;430;p28"/>
            <p:cNvSpPr/>
            <p:nvPr/>
          </p:nvSpPr>
          <p:spPr>
            <a:xfrm>
              <a:off x="4378138" y="3771031"/>
              <a:ext cx="139170" cy="48751"/>
            </a:xfrm>
            <a:custGeom>
              <a:avLst/>
              <a:gdLst/>
              <a:ahLst/>
              <a:cxnLst/>
              <a:rect l="l" t="t" r="r" b="b"/>
              <a:pathLst>
                <a:path w="139170" h="48751" extrusionOk="0">
                  <a:moveTo>
                    <a:pt x="5492" y="48734"/>
                  </a:moveTo>
                  <a:lnTo>
                    <a:pt x="0" y="43548"/>
                  </a:lnTo>
                  <a:cubicBezTo>
                    <a:pt x="45448" y="-4547"/>
                    <a:pt x="92264" y="-12848"/>
                    <a:pt x="139170" y="18861"/>
                  </a:cubicBezTo>
                  <a:lnTo>
                    <a:pt x="134938" y="25127"/>
                  </a:lnTo>
                  <a:cubicBezTo>
                    <a:pt x="90950" y="-4619"/>
                    <a:pt x="48617" y="3106"/>
                    <a:pt x="5492" y="4875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31" name="Google Shape;431;p28"/>
            <p:cNvSpPr/>
            <p:nvPr/>
          </p:nvSpPr>
          <p:spPr>
            <a:xfrm>
              <a:off x="3707839" y="3779467"/>
              <a:ext cx="44888" cy="51677"/>
            </a:xfrm>
            <a:custGeom>
              <a:avLst/>
              <a:gdLst/>
              <a:ahLst/>
              <a:cxnLst/>
              <a:rect l="l" t="t" r="r" b="b"/>
              <a:pathLst>
                <a:path w="44888" h="51677" extrusionOk="0">
                  <a:moveTo>
                    <a:pt x="37867" y="51678"/>
                  </a:moveTo>
                  <a:cubicBezTo>
                    <a:pt x="27117" y="24794"/>
                    <a:pt x="270" y="6446"/>
                    <a:pt x="0" y="6266"/>
                  </a:cubicBezTo>
                  <a:lnTo>
                    <a:pt x="4231" y="0"/>
                  </a:lnTo>
                  <a:cubicBezTo>
                    <a:pt x="5419" y="792"/>
                    <a:pt x="33293" y="19843"/>
                    <a:pt x="44889" y="48869"/>
                  </a:cubicBezTo>
                  <a:lnTo>
                    <a:pt x="37885" y="5167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32" name="Google Shape;432;p28"/>
            <p:cNvSpPr/>
            <p:nvPr/>
          </p:nvSpPr>
          <p:spPr>
            <a:xfrm>
              <a:off x="3327854" y="3472037"/>
              <a:ext cx="865216" cy="160193"/>
            </a:xfrm>
            <a:custGeom>
              <a:avLst/>
              <a:gdLst/>
              <a:ahLst/>
              <a:cxnLst/>
              <a:rect l="l" t="t" r="r" b="b"/>
              <a:pathLst>
                <a:path w="865216" h="160193" extrusionOk="0">
                  <a:moveTo>
                    <a:pt x="0" y="160194"/>
                  </a:moveTo>
                  <a:lnTo>
                    <a:pt x="865217" y="160194"/>
                  </a:lnTo>
                  <a:cubicBezTo>
                    <a:pt x="822199" y="115304"/>
                    <a:pt x="791895" y="103960"/>
                    <a:pt x="771872" y="119716"/>
                  </a:cubicBezTo>
                  <a:cubicBezTo>
                    <a:pt x="700190" y="66003"/>
                    <a:pt x="634647" y="69929"/>
                    <a:pt x="605387" y="107201"/>
                  </a:cubicBezTo>
                  <a:cubicBezTo>
                    <a:pt x="563774" y="-26314"/>
                    <a:pt x="419419" y="-24856"/>
                    <a:pt x="367831" y="55326"/>
                  </a:cubicBezTo>
                  <a:cubicBezTo>
                    <a:pt x="304521" y="-1430"/>
                    <a:pt x="196466" y="47205"/>
                    <a:pt x="160939" y="119716"/>
                  </a:cubicBezTo>
                  <a:cubicBezTo>
                    <a:pt x="112611" y="97244"/>
                    <a:pt x="56324" y="101025"/>
                    <a:pt x="18" y="16019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33" name="Google Shape;433;p28"/>
            <p:cNvSpPr/>
            <p:nvPr/>
          </p:nvSpPr>
          <p:spPr>
            <a:xfrm>
              <a:off x="3487028" y="3588403"/>
              <a:ext cx="39974" cy="31708"/>
            </a:xfrm>
            <a:custGeom>
              <a:avLst/>
              <a:gdLst/>
              <a:ahLst/>
              <a:cxnLst/>
              <a:rect l="l" t="t" r="r" b="b"/>
              <a:pathLst>
                <a:path w="39974" h="31708" extrusionOk="0">
                  <a:moveTo>
                    <a:pt x="34555" y="31709"/>
                  </a:moveTo>
                  <a:cubicBezTo>
                    <a:pt x="20779" y="17556"/>
                    <a:pt x="199" y="6824"/>
                    <a:pt x="0" y="6716"/>
                  </a:cubicBezTo>
                  <a:lnTo>
                    <a:pt x="3476" y="0"/>
                  </a:lnTo>
                  <a:cubicBezTo>
                    <a:pt x="4358" y="450"/>
                    <a:pt x="25353" y="11416"/>
                    <a:pt x="39974" y="26433"/>
                  </a:cubicBezTo>
                  <a:lnTo>
                    <a:pt x="34555" y="3170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34" name="Google Shape;434;p28"/>
            <p:cNvSpPr/>
            <p:nvPr/>
          </p:nvSpPr>
          <p:spPr>
            <a:xfrm>
              <a:off x="3663814" y="3525291"/>
              <a:ext cx="35022" cy="63669"/>
            </a:xfrm>
            <a:custGeom>
              <a:avLst/>
              <a:gdLst/>
              <a:ahLst/>
              <a:cxnLst/>
              <a:rect l="l" t="t" r="r" b="b"/>
              <a:pathLst>
                <a:path w="35022" h="63669" extrusionOk="0">
                  <a:moveTo>
                    <a:pt x="7275" y="63670"/>
                  </a:moveTo>
                  <a:lnTo>
                    <a:pt x="0" y="61653"/>
                  </a:lnTo>
                  <a:cubicBezTo>
                    <a:pt x="8409" y="31259"/>
                    <a:pt x="27874" y="1260"/>
                    <a:pt x="28684" y="0"/>
                  </a:cubicBezTo>
                  <a:lnTo>
                    <a:pt x="35022" y="4141"/>
                  </a:lnTo>
                  <a:cubicBezTo>
                    <a:pt x="34824" y="4447"/>
                    <a:pt x="15377" y="34428"/>
                    <a:pt x="7275" y="6367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35" name="Google Shape;435;p28"/>
            <p:cNvSpPr/>
            <p:nvPr/>
          </p:nvSpPr>
          <p:spPr>
            <a:xfrm rot="-752659">
              <a:off x="3932322" y="3579014"/>
              <a:ext cx="7573" cy="26596"/>
            </a:xfrm>
            <a:custGeom>
              <a:avLst/>
              <a:gdLst/>
              <a:ahLst/>
              <a:cxnLst/>
              <a:rect l="l" t="t" r="r" b="b"/>
              <a:pathLst>
                <a:path w="7562" h="26559" extrusionOk="0">
                  <a:moveTo>
                    <a:pt x="0" y="0"/>
                  </a:moveTo>
                  <a:lnTo>
                    <a:pt x="7563" y="0"/>
                  </a:lnTo>
                  <a:lnTo>
                    <a:pt x="7563" y="26559"/>
                  </a:lnTo>
                  <a:lnTo>
                    <a:pt x="0" y="265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36" name="Google Shape;436;p28"/>
            <p:cNvSpPr/>
            <p:nvPr/>
          </p:nvSpPr>
          <p:spPr>
            <a:xfrm>
              <a:off x="3626198" y="3583486"/>
              <a:ext cx="83422" cy="30576"/>
            </a:xfrm>
            <a:custGeom>
              <a:avLst/>
              <a:gdLst/>
              <a:ahLst/>
              <a:cxnLst/>
              <a:rect l="l" t="t" r="r" b="b"/>
              <a:pathLst>
                <a:path w="83422" h="30576" extrusionOk="0">
                  <a:moveTo>
                    <a:pt x="78003" y="30576"/>
                  </a:moveTo>
                  <a:cubicBezTo>
                    <a:pt x="53353" y="5224"/>
                    <a:pt x="29188" y="884"/>
                    <a:pt x="4142" y="17342"/>
                  </a:cubicBezTo>
                  <a:lnTo>
                    <a:pt x="0" y="11022"/>
                  </a:lnTo>
                  <a:cubicBezTo>
                    <a:pt x="28126" y="-7471"/>
                    <a:pt x="56216" y="-2681"/>
                    <a:pt x="83423" y="25301"/>
                  </a:cubicBezTo>
                  <a:lnTo>
                    <a:pt x="78003" y="3057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37" name="Google Shape;437;p28"/>
            <p:cNvSpPr/>
            <p:nvPr/>
          </p:nvSpPr>
          <p:spPr>
            <a:xfrm>
              <a:off x="4073221" y="3588601"/>
              <a:ext cx="28557" cy="31420"/>
            </a:xfrm>
            <a:custGeom>
              <a:avLst/>
              <a:gdLst/>
              <a:ahLst/>
              <a:cxnLst/>
              <a:rect l="l" t="t" r="r" b="b"/>
              <a:pathLst>
                <a:path w="28557" h="31420" extrusionOk="0">
                  <a:moveTo>
                    <a:pt x="7005" y="31421"/>
                  </a:moveTo>
                  <a:lnTo>
                    <a:pt x="0" y="28558"/>
                  </a:lnTo>
                  <a:cubicBezTo>
                    <a:pt x="6986" y="11578"/>
                    <a:pt x="23696" y="468"/>
                    <a:pt x="24417" y="0"/>
                  </a:cubicBezTo>
                  <a:lnTo>
                    <a:pt x="28558" y="6320"/>
                  </a:lnTo>
                  <a:cubicBezTo>
                    <a:pt x="28396" y="6428"/>
                    <a:pt x="13054" y="16656"/>
                    <a:pt x="6986" y="3142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38" name="Google Shape;438;p28"/>
            <p:cNvSpPr/>
            <p:nvPr/>
          </p:nvSpPr>
          <p:spPr>
            <a:xfrm>
              <a:off x="3715916" y="3374005"/>
              <a:ext cx="604301" cy="583176"/>
            </a:xfrm>
            <a:custGeom>
              <a:avLst/>
              <a:gdLst/>
              <a:ahLst/>
              <a:cxnLst/>
              <a:rect l="l" t="t" r="r" b="b"/>
              <a:pathLst>
                <a:path w="604301" h="583176" extrusionOk="0">
                  <a:moveTo>
                    <a:pt x="187920" y="22274"/>
                  </a:moveTo>
                  <a:cubicBezTo>
                    <a:pt x="222564" y="7905"/>
                    <a:pt x="260341" y="-54"/>
                    <a:pt x="299757" y="0"/>
                  </a:cubicBezTo>
                  <a:cubicBezTo>
                    <a:pt x="435362" y="252"/>
                    <a:pt x="568175" y="86736"/>
                    <a:pt x="598390" y="223403"/>
                  </a:cubicBezTo>
                  <a:cubicBezTo>
                    <a:pt x="630387" y="368191"/>
                    <a:pt x="528381" y="521694"/>
                    <a:pt x="391661" y="568114"/>
                  </a:cubicBezTo>
                  <a:cubicBezTo>
                    <a:pt x="231334" y="622529"/>
                    <a:pt x="40360" y="524467"/>
                    <a:pt x="5770" y="355263"/>
                  </a:cubicBezTo>
                  <a:cubicBezTo>
                    <a:pt x="-23437" y="212383"/>
                    <a:pt x="61445" y="74708"/>
                    <a:pt x="187920" y="2227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39" name="Google Shape;439;p28"/>
            <p:cNvSpPr/>
            <p:nvPr/>
          </p:nvSpPr>
          <p:spPr>
            <a:xfrm>
              <a:off x="3100417" y="3675495"/>
              <a:ext cx="1529807" cy="377846"/>
            </a:xfrm>
            <a:custGeom>
              <a:avLst/>
              <a:gdLst/>
              <a:ahLst/>
              <a:cxnLst/>
              <a:rect l="l" t="t" r="r" b="b"/>
              <a:pathLst>
                <a:path w="1529807" h="377846" extrusionOk="0">
                  <a:moveTo>
                    <a:pt x="1529790" y="377846"/>
                  </a:moveTo>
                  <a:lnTo>
                    <a:pt x="0" y="377846"/>
                  </a:lnTo>
                  <a:cubicBezTo>
                    <a:pt x="46420" y="299681"/>
                    <a:pt x="131284" y="260085"/>
                    <a:pt x="184870" y="304291"/>
                  </a:cubicBezTo>
                  <a:cubicBezTo>
                    <a:pt x="219694" y="179706"/>
                    <a:pt x="372837" y="94897"/>
                    <a:pt x="423992" y="203816"/>
                  </a:cubicBezTo>
                  <a:cubicBezTo>
                    <a:pt x="428674" y="-34622"/>
                    <a:pt x="687495" y="-54411"/>
                    <a:pt x="775636" y="95311"/>
                  </a:cubicBezTo>
                  <a:cubicBezTo>
                    <a:pt x="823856" y="-7829"/>
                    <a:pt x="1028443" y="37961"/>
                    <a:pt x="1024788" y="175690"/>
                  </a:cubicBezTo>
                  <a:cubicBezTo>
                    <a:pt x="1103151" y="145044"/>
                    <a:pt x="1178506" y="175690"/>
                    <a:pt x="1211656" y="260085"/>
                  </a:cubicBezTo>
                  <a:cubicBezTo>
                    <a:pt x="1251864" y="228575"/>
                    <a:pt x="1292053" y="240603"/>
                    <a:pt x="1332225" y="288211"/>
                  </a:cubicBezTo>
                  <a:cubicBezTo>
                    <a:pt x="1401927" y="265271"/>
                    <a:pt x="1485098" y="313978"/>
                    <a:pt x="1529807" y="37782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40" name="Google Shape;440;p28"/>
            <p:cNvSpPr/>
            <p:nvPr/>
          </p:nvSpPr>
          <p:spPr>
            <a:xfrm>
              <a:off x="4352425" y="3960123"/>
              <a:ext cx="81387" cy="58340"/>
            </a:xfrm>
            <a:custGeom>
              <a:avLst/>
              <a:gdLst/>
              <a:ahLst/>
              <a:cxnLst/>
              <a:rect l="l" t="t" r="r" b="b"/>
              <a:pathLst>
                <a:path w="81387" h="58340" extrusionOk="0">
                  <a:moveTo>
                    <a:pt x="5653" y="58340"/>
                  </a:moveTo>
                  <a:lnTo>
                    <a:pt x="0" y="53316"/>
                  </a:lnTo>
                  <a:cubicBezTo>
                    <a:pt x="33437" y="15629"/>
                    <a:pt x="77138" y="612"/>
                    <a:pt x="78975" y="0"/>
                  </a:cubicBezTo>
                  <a:lnTo>
                    <a:pt x="81388" y="7166"/>
                  </a:lnTo>
                  <a:cubicBezTo>
                    <a:pt x="80956" y="7311"/>
                    <a:pt x="37705" y="22202"/>
                    <a:pt x="5653" y="5834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41" name="Google Shape;441;p28"/>
            <p:cNvSpPr/>
            <p:nvPr/>
          </p:nvSpPr>
          <p:spPr>
            <a:xfrm rot="-1713195">
              <a:off x="4320803" y="3932296"/>
              <a:ext cx="7554" cy="52544"/>
            </a:xfrm>
            <a:custGeom>
              <a:avLst/>
              <a:gdLst/>
              <a:ahLst/>
              <a:cxnLst/>
              <a:rect l="l" t="t" r="r" b="b"/>
              <a:pathLst>
                <a:path w="7562" h="52596" extrusionOk="0">
                  <a:moveTo>
                    <a:pt x="0" y="0"/>
                  </a:moveTo>
                  <a:lnTo>
                    <a:pt x="7563" y="0"/>
                  </a:lnTo>
                  <a:lnTo>
                    <a:pt x="7563" y="52596"/>
                  </a:lnTo>
                  <a:lnTo>
                    <a:pt x="0" y="5259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42" name="Google Shape;442;p28"/>
            <p:cNvSpPr/>
            <p:nvPr/>
          </p:nvSpPr>
          <p:spPr>
            <a:xfrm>
              <a:off x="4027359" y="3848035"/>
              <a:ext cx="99916" cy="104490"/>
            </a:xfrm>
            <a:custGeom>
              <a:avLst/>
              <a:gdLst/>
              <a:ahLst/>
              <a:cxnLst/>
              <a:rect l="l" t="t" r="r" b="b"/>
              <a:pathLst>
                <a:path w="99916" h="104490" extrusionOk="0">
                  <a:moveTo>
                    <a:pt x="6771" y="104490"/>
                  </a:moveTo>
                  <a:lnTo>
                    <a:pt x="0" y="101141"/>
                  </a:lnTo>
                  <a:cubicBezTo>
                    <a:pt x="18295" y="63994"/>
                    <a:pt x="50508" y="29962"/>
                    <a:pt x="95739" y="0"/>
                  </a:cubicBezTo>
                  <a:lnTo>
                    <a:pt x="99917" y="6302"/>
                  </a:lnTo>
                  <a:cubicBezTo>
                    <a:pt x="55819" y="35526"/>
                    <a:pt x="24471" y="68550"/>
                    <a:pt x="6771" y="10449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43" name="Google Shape;443;p28"/>
            <p:cNvSpPr/>
            <p:nvPr/>
          </p:nvSpPr>
          <p:spPr>
            <a:xfrm>
              <a:off x="3873388" y="3768105"/>
              <a:ext cx="46599" cy="102239"/>
            </a:xfrm>
            <a:custGeom>
              <a:avLst/>
              <a:gdLst/>
              <a:ahLst/>
              <a:cxnLst/>
              <a:rect l="l" t="t" r="r" b="b"/>
              <a:pathLst>
                <a:path w="46599" h="102239" extrusionOk="0">
                  <a:moveTo>
                    <a:pt x="39037" y="102239"/>
                  </a:moveTo>
                  <a:cubicBezTo>
                    <a:pt x="38065" y="43323"/>
                    <a:pt x="378" y="5798"/>
                    <a:pt x="0" y="5420"/>
                  </a:cubicBezTo>
                  <a:lnTo>
                    <a:pt x="5275" y="0"/>
                  </a:lnTo>
                  <a:cubicBezTo>
                    <a:pt x="6914" y="1603"/>
                    <a:pt x="45591" y="39974"/>
                    <a:pt x="46600" y="102113"/>
                  </a:cubicBezTo>
                  <a:lnTo>
                    <a:pt x="39037" y="10223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44" name="Google Shape;444;p28"/>
            <p:cNvSpPr/>
            <p:nvPr/>
          </p:nvSpPr>
          <p:spPr>
            <a:xfrm>
              <a:off x="3857002" y="3867334"/>
              <a:ext cx="114735" cy="33440"/>
            </a:xfrm>
            <a:custGeom>
              <a:avLst/>
              <a:gdLst/>
              <a:ahLst/>
              <a:cxnLst/>
              <a:rect l="l" t="t" r="r" b="b"/>
              <a:pathLst>
                <a:path w="114735" h="33440" extrusionOk="0">
                  <a:moveTo>
                    <a:pt x="5888" y="33441"/>
                  </a:moveTo>
                  <a:lnTo>
                    <a:pt x="0" y="28705"/>
                  </a:lnTo>
                  <a:cubicBezTo>
                    <a:pt x="19104" y="4991"/>
                    <a:pt x="49967" y="-1545"/>
                    <a:pt x="72493" y="291"/>
                  </a:cubicBezTo>
                  <a:cubicBezTo>
                    <a:pt x="92228" y="1876"/>
                    <a:pt x="108020" y="9871"/>
                    <a:pt x="114736" y="21665"/>
                  </a:cubicBezTo>
                  <a:lnTo>
                    <a:pt x="108163" y="25410"/>
                  </a:lnTo>
                  <a:cubicBezTo>
                    <a:pt x="102671" y="15777"/>
                    <a:pt x="89113" y="9204"/>
                    <a:pt x="71881" y="7818"/>
                  </a:cubicBezTo>
                  <a:cubicBezTo>
                    <a:pt x="52236" y="6269"/>
                    <a:pt x="23156" y="11995"/>
                    <a:pt x="5888" y="3344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45" name="Google Shape;445;p28"/>
            <p:cNvSpPr/>
            <p:nvPr/>
          </p:nvSpPr>
          <p:spPr>
            <a:xfrm>
              <a:off x="3521078" y="3877493"/>
              <a:ext cx="33167" cy="74707"/>
            </a:xfrm>
            <a:custGeom>
              <a:avLst/>
              <a:gdLst/>
              <a:ahLst/>
              <a:cxnLst/>
              <a:rect l="l" t="t" r="r" b="b"/>
              <a:pathLst>
                <a:path w="33167" h="74707" extrusionOk="0">
                  <a:moveTo>
                    <a:pt x="25695" y="74708"/>
                  </a:moveTo>
                  <a:cubicBezTo>
                    <a:pt x="20833" y="41648"/>
                    <a:pt x="216" y="4033"/>
                    <a:pt x="0" y="3655"/>
                  </a:cubicBezTo>
                  <a:lnTo>
                    <a:pt x="6608" y="0"/>
                  </a:lnTo>
                  <a:cubicBezTo>
                    <a:pt x="7491" y="1585"/>
                    <a:pt x="28090" y="39163"/>
                    <a:pt x="33167" y="73609"/>
                  </a:cubicBezTo>
                  <a:lnTo>
                    <a:pt x="25677" y="7470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46" name="Google Shape;446;p28"/>
            <p:cNvSpPr/>
            <p:nvPr/>
          </p:nvSpPr>
          <p:spPr>
            <a:xfrm>
              <a:off x="3490108" y="3947123"/>
              <a:ext cx="128708" cy="36534"/>
            </a:xfrm>
            <a:custGeom>
              <a:avLst/>
              <a:gdLst/>
              <a:ahLst/>
              <a:cxnLst/>
              <a:rect l="l" t="t" r="r" b="b"/>
              <a:pathLst>
                <a:path w="128708" h="36534" extrusionOk="0">
                  <a:moveTo>
                    <a:pt x="5617" y="36534"/>
                  </a:moveTo>
                  <a:lnTo>
                    <a:pt x="0" y="31475"/>
                  </a:lnTo>
                  <a:cubicBezTo>
                    <a:pt x="17232" y="12334"/>
                    <a:pt x="44169" y="270"/>
                    <a:pt x="70295" y="0"/>
                  </a:cubicBezTo>
                  <a:cubicBezTo>
                    <a:pt x="70620" y="0"/>
                    <a:pt x="70944" y="0"/>
                    <a:pt x="71268" y="0"/>
                  </a:cubicBezTo>
                  <a:cubicBezTo>
                    <a:pt x="93722" y="0"/>
                    <a:pt x="113565" y="8499"/>
                    <a:pt x="128708" y="24596"/>
                  </a:cubicBezTo>
                  <a:lnTo>
                    <a:pt x="123198" y="29764"/>
                  </a:lnTo>
                  <a:cubicBezTo>
                    <a:pt x="105678" y="11128"/>
                    <a:pt x="84827" y="7328"/>
                    <a:pt x="70386" y="7563"/>
                  </a:cubicBezTo>
                  <a:cubicBezTo>
                    <a:pt x="46311" y="7815"/>
                    <a:pt x="21499" y="18925"/>
                    <a:pt x="5636" y="3653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47" name="Google Shape;447;p28"/>
            <p:cNvSpPr/>
            <p:nvPr/>
          </p:nvSpPr>
          <p:spPr>
            <a:xfrm>
              <a:off x="3283144" y="3976671"/>
              <a:ext cx="42386" cy="52542"/>
            </a:xfrm>
            <a:custGeom>
              <a:avLst/>
              <a:gdLst/>
              <a:ahLst/>
              <a:cxnLst/>
              <a:rect l="l" t="t" r="r" b="b"/>
              <a:pathLst>
                <a:path w="42386" h="52542" extrusionOk="0">
                  <a:moveTo>
                    <a:pt x="35220" y="52542"/>
                  </a:moveTo>
                  <a:cubicBezTo>
                    <a:pt x="25713" y="24038"/>
                    <a:pt x="271" y="6428"/>
                    <a:pt x="0" y="6248"/>
                  </a:cubicBezTo>
                  <a:lnTo>
                    <a:pt x="4250" y="0"/>
                  </a:lnTo>
                  <a:cubicBezTo>
                    <a:pt x="5384" y="774"/>
                    <a:pt x="32052" y="19159"/>
                    <a:pt x="42387" y="50147"/>
                  </a:cubicBezTo>
                  <a:lnTo>
                    <a:pt x="35203" y="52542"/>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48" name="Google Shape;448;p28"/>
            <p:cNvSpPr/>
            <p:nvPr/>
          </p:nvSpPr>
          <p:spPr>
            <a:xfrm>
              <a:off x="3945016" y="3944365"/>
              <a:ext cx="157068" cy="51734"/>
            </a:xfrm>
            <a:custGeom>
              <a:avLst/>
              <a:gdLst/>
              <a:ahLst/>
              <a:cxnLst/>
              <a:rect l="l" t="t" r="r" b="b"/>
              <a:pathLst>
                <a:path w="157068" h="51734" extrusionOk="0">
                  <a:moveTo>
                    <a:pt x="151001" y="51734"/>
                  </a:moveTo>
                  <a:cubicBezTo>
                    <a:pt x="148893" y="48889"/>
                    <a:pt x="98188" y="-17824"/>
                    <a:pt x="2647" y="17865"/>
                  </a:cubicBezTo>
                  <a:lnTo>
                    <a:pt x="0" y="10788"/>
                  </a:lnTo>
                  <a:cubicBezTo>
                    <a:pt x="52668" y="-8892"/>
                    <a:pt x="92552" y="2001"/>
                    <a:pt x="116717" y="14624"/>
                  </a:cubicBezTo>
                  <a:cubicBezTo>
                    <a:pt x="142933" y="28308"/>
                    <a:pt x="156510" y="46495"/>
                    <a:pt x="157068" y="47251"/>
                  </a:cubicBezTo>
                  <a:lnTo>
                    <a:pt x="150982" y="51734"/>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49" name="Google Shape;449;p28"/>
            <p:cNvSpPr/>
            <p:nvPr/>
          </p:nvSpPr>
          <p:spPr>
            <a:xfrm>
              <a:off x="3570884" y="3962866"/>
              <a:ext cx="170274" cy="43677"/>
            </a:xfrm>
            <a:custGeom>
              <a:avLst/>
              <a:gdLst/>
              <a:ahLst/>
              <a:cxnLst/>
              <a:rect l="l" t="t" r="r" b="b"/>
              <a:pathLst>
                <a:path w="170274" h="43677" extrusionOk="0">
                  <a:moveTo>
                    <a:pt x="5455" y="43659"/>
                  </a:moveTo>
                  <a:lnTo>
                    <a:pt x="0" y="38419"/>
                  </a:lnTo>
                  <a:cubicBezTo>
                    <a:pt x="52560" y="-16284"/>
                    <a:pt x="110756" y="552"/>
                    <a:pt x="133354" y="10311"/>
                  </a:cubicBezTo>
                  <a:cubicBezTo>
                    <a:pt x="154115" y="19297"/>
                    <a:pt x="170681" y="33161"/>
                    <a:pt x="170267" y="41228"/>
                  </a:cubicBezTo>
                  <a:lnTo>
                    <a:pt x="162722" y="40850"/>
                  </a:lnTo>
                  <a:lnTo>
                    <a:pt x="166485" y="41048"/>
                  </a:lnTo>
                  <a:lnTo>
                    <a:pt x="162722" y="40940"/>
                  </a:lnTo>
                  <a:cubicBezTo>
                    <a:pt x="162343" y="37465"/>
                    <a:pt x="147543" y="22736"/>
                    <a:pt x="121344" y="13787"/>
                  </a:cubicBezTo>
                  <a:cubicBezTo>
                    <a:pt x="96819" y="5414"/>
                    <a:pt x="49175" y="-1825"/>
                    <a:pt x="5455" y="4367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2" name="Text Placeholder 1">
            <a:extLst>
              <a:ext uri="{FF2B5EF4-FFF2-40B4-BE49-F238E27FC236}">
                <a16:creationId xmlns:a16="http://schemas.microsoft.com/office/drawing/2014/main" id="{7307E251-9692-06C4-57E2-6B71EE9981BF}"/>
              </a:ext>
            </a:extLst>
          </p:cNvPr>
          <p:cNvSpPr>
            <a:spLocks noGrp="1" noChangeArrowheads="1"/>
          </p:cNvSpPr>
          <p:nvPr>
            <p:ph type="body" idx="1"/>
          </p:nvPr>
        </p:nvSpPr>
        <p:spPr bwMode="auto">
          <a:xfrm>
            <a:off x="571500" y="2029276"/>
            <a:ext cx="80010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ctor" panose="020B0604020202020204" charset="0"/>
              </a:rPr>
              <a:t>Same preprocessing pipeline used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ctor" panose="020B0604020202020204" charset="0"/>
              </a:rPr>
              <a:t>Train–test split: 80–20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ctor" panose="020B0604020202020204" charset="0"/>
              </a:rPr>
              <a:t>Class imbalance handled using oversampling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ctor" panose="020B0604020202020204" charset="0"/>
              </a:rPr>
              <a:t>Mean imputation for missing values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9BC1C-68BB-3206-B83A-854BCC094D97}"/>
              </a:ext>
            </a:extLst>
          </p:cNvPr>
          <p:cNvSpPr>
            <a:spLocks noGrp="1"/>
          </p:cNvSpPr>
          <p:nvPr>
            <p:ph type="ctrTitle"/>
          </p:nvPr>
        </p:nvSpPr>
        <p:spPr>
          <a:xfrm>
            <a:off x="519868" y="224106"/>
            <a:ext cx="7717500" cy="926832"/>
          </a:xfrm>
        </p:spPr>
        <p:txBody>
          <a:bodyPr/>
          <a:lstStyle/>
          <a:p>
            <a:r>
              <a:rPr lang="en-IN" sz="3200" dirty="0"/>
              <a:t>Model Performance Comparison</a:t>
            </a:r>
          </a:p>
        </p:txBody>
      </p:sp>
      <p:graphicFrame>
        <p:nvGraphicFramePr>
          <p:cNvPr id="10" name="Table 9">
            <a:extLst>
              <a:ext uri="{FF2B5EF4-FFF2-40B4-BE49-F238E27FC236}">
                <a16:creationId xmlns:a16="http://schemas.microsoft.com/office/drawing/2014/main" id="{BF8D6976-E514-0C67-2675-D7D687BC9E81}"/>
              </a:ext>
            </a:extLst>
          </p:cNvPr>
          <p:cNvGraphicFramePr>
            <a:graphicFrameLocks noGrp="1"/>
          </p:cNvGraphicFramePr>
          <p:nvPr>
            <p:extLst>
              <p:ext uri="{D42A27DB-BD31-4B8C-83A1-F6EECF244321}">
                <p14:modId xmlns:p14="http://schemas.microsoft.com/office/powerpoint/2010/main" val="1809680418"/>
              </p:ext>
            </p:extLst>
          </p:nvPr>
        </p:nvGraphicFramePr>
        <p:xfrm>
          <a:off x="1413948" y="1288416"/>
          <a:ext cx="6823420" cy="2566667"/>
        </p:xfrm>
        <a:graphic>
          <a:graphicData uri="http://schemas.openxmlformats.org/drawingml/2006/table">
            <a:tbl>
              <a:tblPr/>
              <a:tblGrid>
                <a:gridCol w="3411710">
                  <a:extLst>
                    <a:ext uri="{9D8B030D-6E8A-4147-A177-3AD203B41FA5}">
                      <a16:colId xmlns:a16="http://schemas.microsoft.com/office/drawing/2014/main" val="559082065"/>
                    </a:ext>
                  </a:extLst>
                </a:gridCol>
                <a:gridCol w="3411710">
                  <a:extLst>
                    <a:ext uri="{9D8B030D-6E8A-4147-A177-3AD203B41FA5}">
                      <a16:colId xmlns:a16="http://schemas.microsoft.com/office/drawing/2014/main" val="200505893"/>
                    </a:ext>
                  </a:extLst>
                </a:gridCol>
              </a:tblGrid>
              <a:tr h="533663">
                <a:tc>
                  <a:txBody>
                    <a:bodyPr/>
                    <a:lstStyle/>
                    <a:p>
                      <a:pPr>
                        <a:buNone/>
                      </a:pPr>
                      <a:r>
                        <a:rPr lang="en-IN" sz="2000" b="1" dirty="0"/>
                        <a:t>Model</a:t>
                      </a:r>
                    </a:p>
                  </a:txBody>
                  <a:tcPr anchor="ctr">
                    <a:lnL>
                      <a:noFill/>
                    </a:lnL>
                    <a:lnR>
                      <a:noFill/>
                    </a:lnR>
                    <a:lnT>
                      <a:noFill/>
                    </a:lnT>
                    <a:lnB>
                      <a:noFill/>
                    </a:lnB>
                    <a:noFill/>
                  </a:tcPr>
                </a:tc>
                <a:tc>
                  <a:txBody>
                    <a:bodyPr/>
                    <a:lstStyle/>
                    <a:p>
                      <a:pPr>
                        <a:buNone/>
                      </a:pPr>
                      <a:r>
                        <a:rPr lang="en-IN" sz="2000" b="1" dirty="0"/>
                        <a:t>Accuracy</a:t>
                      </a:r>
                    </a:p>
                  </a:txBody>
                  <a:tcPr anchor="ctr">
                    <a:lnL>
                      <a:noFill/>
                    </a:lnL>
                    <a:lnR>
                      <a:noFill/>
                    </a:lnR>
                    <a:lnT>
                      <a:noFill/>
                    </a:lnT>
                    <a:lnB>
                      <a:noFill/>
                    </a:lnB>
                    <a:noFill/>
                  </a:tcPr>
                </a:tc>
                <a:extLst>
                  <a:ext uri="{0D108BD9-81ED-4DB2-BD59-A6C34878D82A}">
                    <a16:rowId xmlns:a16="http://schemas.microsoft.com/office/drawing/2014/main" val="3803822918"/>
                  </a:ext>
                </a:extLst>
              </a:tr>
              <a:tr h="508251">
                <a:tc>
                  <a:txBody>
                    <a:bodyPr/>
                    <a:lstStyle/>
                    <a:p>
                      <a:pPr>
                        <a:buNone/>
                      </a:pPr>
                      <a:r>
                        <a:rPr lang="en-IN" sz="1800" dirty="0"/>
                        <a:t>Gradient Boosting</a:t>
                      </a:r>
                    </a:p>
                  </a:txBody>
                  <a:tcPr anchor="ctr">
                    <a:lnL>
                      <a:noFill/>
                    </a:lnL>
                    <a:lnR>
                      <a:noFill/>
                    </a:lnR>
                    <a:lnT>
                      <a:noFill/>
                    </a:lnT>
                    <a:lnB>
                      <a:noFill/>
                    </a:lnB>
                    <a:noFill/>
                  </a:tcPr>
                </a:tc>
                <a:tc>
                  <a:txBody>
                    <a:bodyPr/>
                    <a:lstStyle/>
                    <a:p>
                      <a:pPr>
                        <a:buNone/>
                      </a:pPr>
                      <a:r>
                        <a:rPr lang="en-IN" sz="1800" b="0" dirty="0"/>
                        <a:t>74.49</a:t>
                      </a:r>
                      <a:r>
                        <a:rPr lang="en-IN" sz="1800" b="1" dirty="0"/>
                        <a:t>%</a:t>
                      </a:r>
                      <a:endParaRPr lang="en-IN" sz="1800" dirty="0"/>
                    </a:p>
                  </a:txBody>
                  <a:tcPr anchor="ctr">
                    <a:lnL>
                      <a:noFill/>
                    </a:lnL>
                    <a:lnR>
                      <a:noFill/>
                    </a:lnR>
                    <a:lnT>
                      <a:noFill/>
                    </a:lnT>
                    <a:lnB>
                      <a:noFill/>
                    </a:lnB>
                    <a:noFill/>
                  </a:tcPr>
                </a:tc>
                <a:extLst>
                  <a:ext uri="{0D108BD9-81ED-4DB2-BD59-A6C34878D82A}">
                    <a16:rowId xmlns:a16="http://schemas.microsoft.com/office/drawing/2014/main" val="3196185541"/>
                  </a:ext>
                </a:extLst>
              </a:tr>
              <a:tr h="508251">
                <a:tc>
                  <a:txBody>
                    <a:bodyPr/>
                    <a:lstStyle/>
                    <a:p>
                      <a:pPr>
                        <a:buNone/>
                      </a:pPr>
                      <a:r>
                        <a:rPr lang="en-IN" sz="1800" dirty="0" err="1"/>
                        <a:t>XGBoost</a:t>
                      </a:r>
                      <a:endParaRPr lang="en-IN" sz="1800" dirty="0"/>
                    </a:p>
                  </a:txBody>
                  <a:tcPr anchor="ctr">
                    <a:lnL>
                      <a:noFill/>
                    </a:lnL>
                    <a:lnR>
                      <a:noFill/>
                    </a:lnR>
                    <a:lnT>
                      <a:noFill/>
                    </a:lnT>
                    <a:lnB>
                      <a:noFill/>
                    </a:lnB>
                    <a:noFill/>
                  </a:tcPr>
                </a:tc>
                <a:tc>
                  <a:txBody>
                    <a:bodyPr/>
                    <a:lstStyle/>
                    <a:p>
                      <a:pPr>
                        <a:buNone/>
                      </a:pPr>
                      <a:r>
                        <a:rPr lang="en-IN" sz="1800" b="0" dirty="0"/>
                        <a:t>80.77</a:t>
                      </a:r>
                      <a:r>
                        <a:rPr lang="en-IN" sz="1800" b="1" dirty="0"/>
                        <a:t>%</a:t>
                      </a:r>
                      <a:endParaRPr lang="en-IN" sz="1800" dirty="0"/>
                    </a:p>
                  </a:txBody>
                  <a:tcPr anchor="ctr">
                    <a:lnL>
                      <a:noFill/>
                    </a:lnL>
                    <a:lnR>
                      <a:noFill/>
                    </a:lnR>
                    <a:lnT>
                      <a:noFill/>
                    </a:lnT>
                    <a:lnB>
                      <a:noFill/>
                    </a:lnB>
                    <a:noFill/>
                  </a:tcPr>
                </a:tc>
                <a:extLst>
                  <a:ext uri="{0D108BD9-81ED-4DB2-BD59-A6C34878D82A}">
                    <a16:rowId xmlns:a16="http://schemas.microsoft.com/office/drawing/2014/main" val="112461837"/>
                  </a:ext>
                </a:extLst>
              </a:tr>
              <a:tr h="508251">
                <a:tc>
                  <a:txBody>
                    <a:bodyPr/>
                    <a:lstStyle/>
                    <a:p>
                      <a:pPr>
                        <a:buNone/>
                      </a:pPr>
                      <a:r>
                        <a:rPr lang="en-IN" sz="1800" dirty="0"/>
                        <a:t>Extra Trees</a:t>
                      </a:r>
                    </a:p>
                  </a:txBody>
                  <a:tcPr anchor="ctr">
                    <a:lnL>
                      <a:noFill/>
                    </a:lnL>
                    <a:lnR>
                      <a:noFill/>
                    </a:lnR>
                    <a:lnT>
                      <a:noFill/>
                    </a:lnT>
                    <a:lnB>
                      <a:noFill/>
                    </a:lnB>
                    <a:noFill/>
                  </a:tcPr>
                </a:tc>
                <a:tc>
                  <a:txBody>
                    <a:bodyPr/>
                    <a:lstStyle/>
                    <a:p>
                      <a:pPr>
                        <a:buNone/>
                      </a:pPr>
                      <a:r>
                        <a:rPr lang="en-IN" sz="1800" b="0" dirty="0"/>
                        <a:t>88.23%</a:t>
                      </a:r>
                    </a:p>
                  </a:txBody>
                  <a:tcPr anchor="ctr">
                    <a:lnL>
                      <a:noFill/>
                    </a:lnL>
                    <a:lnR>
                      <a:noFill/>
                    </a:lnR>
                    <a:lnT>
                      <a:noFill/>
                    </a:lnT>
                    <a:lnB>
                      <a:noFill/>
                    </a:lnB>
                    <a:noFill/>
                  </a:tcPr>
                </a:tc>
                <a:extLst>
                  <a:ext uri="{0D108BD9-81ED-4DB2-BD59-A6C34878D82A}">
                    <a16:rowId xmlns:a16="http://schemas.microsoft.com/office/drawing/2014/main" val="3817659702"/>
                  </a:ext>
                </a:extLst>
              </a:tr>
              <a:tr h="508251">
                <a:tc>
                  <a:txBody>
                    <a:bodyPr/>
                    <a:lstStyle/>
                    <a:p>
                      <a:pPr>
                        <a:buNone/>
                      </a:pPr>
                      <a:r>
                        <a:rPr lang="en-IN" sz="1800" dirty="0"/>
                        <a:t>Random Forest</a:t>
                      </a:r>
                    </a:p>
                  </a:txBody>
                  <a:tcPr anchor="ctr">
                    <a:lnL>
                      <a:noFill/>
                    </a:lnL>
                    <a:lnR>
                      <a:noFill/>
                    </a:lnR>
                    <a:lnT>
                      <a:noFill/>
                    </a:lnT>
                    <a:lnB>
                      <a:noFill/>
                    </a:lnB>
                    <a:noFill/>
                  </a:tcPr>
                </a:tc>
                <a:tc>
                  <a:txBody>
                    <a:bodyPr/>
                    <a:lstStyle/>
                    <a:p>
                      <a:pPr>
                        <a:buNone/>
                      </a:pPr>
                      <a:r>
                        <a:rPr lang="en-IN" sz="1800" b="0" dirty="0"/>
                        <a:t>89.67%</a:t>
                      </a:r>
                    </a:p>
                  </a:txBody>
                  <a:tcPr anchor="ctr">
                    <a:lnL>
                      <a:noFill/>
                    </a:lnL>
                    <a:lnR>
                      <a:noFill/>
                    </a:lnR>
                    <a:lnT>
                      <a:noFill/>
                    </a:lnT>
                    <a:lnB>
                      <a:noFill/>
                    </a:lnB>
                    <a:noFill/>
                  </a:tcPr>
                </a:tc>
                <a:extLst>
                  <a:ext uri="{0D108BD9-81ED-4DB2-BD59-A6C34878D82A}">
                    <a16:rowId xmlns:a16="http://schemas.microsoft.com/office/drawing/2014/main" val="1057299883"/>
                  </a:ext>
                </a:extLst>
              </a:tr>
            </a:tbl>
          </a:graphicData>
        </a:graphic>
      </p:graphicFrame>
    </p:spTree>
    <p:extLst>
      <p:ext uri="{BB962C8B-B14F-4D97-AF65-F5344CB8AC3E}">
        <p14:creationId xmlns:p14="http://schemas.microsoft.com/office/powerpoint/2010/main" val="2919093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90214-7B03-3040-09D8-03A676EC3751}"/>
              </a:ext>
            </a:extLst>
          </p:cNvPr>
          <p:cNvSpPr>
            <a:spLocks noGrp="1"/>
          </p:cNvSpPr>
          <p:nvPr>
            <p:ph type="ctrTitle"/>
          </p:nvPr>
        </p:nvSpPr>
        <p:spPr>
          <a:xfrm>
            <a:off x="341749" y="71437"/>
            <a:ext cx="7444938" cy="781894"/>
          </a:xfrm>
        </p:spPr>
        <p:txBody>
          <a:bodyPr/>
          <a:lstStyle/>
          <a:p>
            <a:pPr algn="l"/>
            <a:r>
              <a:rPr lang="en-IN" sz="3200" dirty="0"/>
              <a:t>Key Observations &amp; Current Progress</a:t>
            </a:r>
          </a:p>
        </p:txBody>
      </p:sp>
      <p:sp>
        <p:nvSpPr>
          <p:cNvPr id="3" name="Rectangle 1">
            <a:extLst>
              <a:ext uri="{FF2B5EF4-FFF2-40B4-BE49-F238E27FC236}">
                <a16:creationId xmlns:a16="http://schemas.microsoft.com/office/drawing/2014/main" id="{C84377CC-484D-7A1C-89A9-AC31DED2783B}"/>
              </a:ext>
            </a:extLst>
          </p:cNvPr>
          <p:cNvSpPr>
            <a:spLocks noChangeArrowheads="1"/>
          </p:cNvSpPr>
          <p:nvPr/>
        </p:nvSpPr>
        <p:spPr bwMode="auto">
          <a:xfrm>
            <a:off x="467360" y="1453615"/>
            <a:ext cx="731932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ctor" panose="020B0604020202020204" charset="0"/>
              </a:rPr>
              <a:t>Ensemble-based models outperform boosting-only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ctor" panose="020B0604020202020204" charset="0"/>
              </a:rPr>
              <a:t>Feature engineering improves prediction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ctor" panose="020B0604020202020204" charset="0"/>
              </a:rPr>
              <a:t>Random Forest and Extra Trees generalize well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ctor" panose="020B0604020202020204" charset="0"/>
              </a:rPr>
              <a:t>Gradient Boosting performs lowest among tested models</a:t>
            </a:r>
          </a:p>
        </p:txBody>
      </p:sp>
      <p:sp>
        <p:nvSpPr>
          <p:cNvPr id="6" name="Rectangle 1">
            <a:extLst>
              <a:ext uri="{FF2B5EF4-FFF2-40B4-BE49-F238E27FC236}">
                <a16:creationId xmlns:a16="http://schemas.microsoft.com/office/drawing/2014/main" id="{F35B7B07-1231-E247-99D0-328D4ACB3983}"/>
              </a:ext>
            </a:extLst>
          </p:cNvPr>
          <p:cNvSpPr>
            <a:spLocks noChangeArrowheads="1"/>
          </p:cNvSpPr>
          <p:nvPr/>
        </p:nvSpPr>
        <p:spPr bwMode="auto">
          <a:xfrm>
            <a:off x="341749" y="953418"/>
            <a:ext cx="73193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u="none" strike="noStrike" cap="none" normalizeH="0" baseline="0" dirty="0">
                <a:ln>
                  <a:noFill/>
                </a:ln>
                <a:solidFill>
                  <a:schemeClr val="tx1"/>
                </a:solidFill>
                <a:effectLst/>
                <a:latin typeface="Actor" panose="020B0604020202020204" charset="0"/>
              </a:rPr>
              <a:t>Observations</a:t>
            </a:r>
          </a:p>
        </p:txBody>
      </p:sp>
      <p:sp>
        <p:nvSpPr>
          <p:cNvPr id="7" name="Rectangle 1">
            <a:extLst>
              <a:ext uri="{FF2B5EF4-FFF2-40B4-BE49-F238E27FC236}">
                <a16:creationId xmlns:a16="http://schemas.microsoft.com/office/drawing/2014/main" id="{A4F010CC-74C5-C6BE-3ECC-0572ACBE1ACB}"/>
              </a:ext>
            </a:extLst>
          </p:cNvPr>
          <p:cNvSpPr>
            <a:spLocks noChangeArrowheads="1"/>
          </p:cNvSpPr>
          <p:nvPr/>
        </p:nvSpPr>
        <p:spPr bwMode="auto">
          <a:xfrm>
            <a:off x="341749" y="2877141"/>
            <a:ext cx="73193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u="none" strike="noStrike" cap="none" normalizeH="0" baseline="0" dirty="0">
                <a:ln>
                  <a:noFill/>
                </a:ln>
                <a:solidFill>
                  <a:schemeClr val="tx1"/>
                </a:solidFill>
                <a:effectLst/>
                <a:latin typeface="Actor" panose="020B0604020202020204" charset="0"/>
              </a:rPr>
              <a:t>Current Project Status</a:t>
            </a:r>
          </a:p>
        </p:txBody>
      </p:sp>
      <p:sp>
        <p:nvSpPr>
          <p:cNvPr id="9" name="Rectangle 2">
            <a:extLst>
              <a:ext uri="{FF2B5EF4-FFF2-40B4-BE49-F238E27FC236}">
                <a16:creationId xmlns:a16="http://schemas.microsoft.com/office/drawing/2014/main" id="{99D34CD2-677E-6123-B05F-3E5F02228152}"/>
              </a:ext>
            </a:extLst>
          </p:cNvPr>
          <p:cNvSpPr>
            <a:spLocks noChangeArrowheads="1"/>
          </p:cNvSpPr>
          <p:nvPr/>
        </p:nvSpPr>
        <p:spPr bwMode="auto">
          <a:xfrm>
            <a:off x="467360" y="3277251"/>
            <a:ext cx="536448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ctor" panose="020B0604020202020204" charset="0"/>
              </a:rPr>
              <a:t>Data preprocessing completed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ctor" panose="020B0604020202020204" charset="0"/>
              </a:rPr>
              <a:t>Multiple ML models trained and evaluated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ctor" panose="020B0604020202020204" charset="0"/>
              </a:rPr>
              <a:t>Comparative analysis completed </a:t>
            </a:r>
          </a:p>
        </p:txBody>
      </p:sp>
    </p:spTree>
    <p:extLst>
      <p:ext uri="{BB962C8B-B14F-4D97-AF65-F5344CB8AC3E}">
        <p14:creationId xmlns:p14="http://schemas.microsoft.com/office/powerpoint/2010/main" val="2125927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B220F-FDFA-9FAE-22C2-85FDEDBA5654}"/>
              </a:ext>
            </a:extLst>
          </p:cNvPr>
          <p:cNvSpPr>
            <a:spLocks noGrp="1"/>
          </p:cNvSpPr>
          <p:nvPr>
            <p:ph type="title"/>
          </p:nvPr>
        </p:nvSpPr>
        <p:spPr/>
        <p:txBody>
          <a:bodyPr/>
          <a:lstStyle/>
          <a:p>
            <a:r>
              <a:rPr lang="en-IN" dirty="0"/>
              <a:t>Conclusion</a:t>
            </a:r>
          </a:p>
        </p:txBody>
      </p:sp>
      <p:sp>
        <p:nvSpPr>
          <p:cNvPr id="5" name="Rectangle 2">
            <a:extLst>
              <a:ext uri="{FF2B5EF4-FFF2-40B4-BE49-F238E27FC236}">
                <a16:creationId xmlns:a16="http://schemas.microsoft.com/office/drawing/2014/main" id="{706E703C-BB40-B384-B991-87DED469058A}"/>
              </a:ext>
            </a:extLst>
          </p:cNvPr>
          <p:cNvSpPr>
            <a:spLocks noGrp="1" noChangeArrowheads="1"/>
          </p:cNvSpPr>
          <p:nvPr>
            <p:ph type="body" idx="1"/>
          </p:nvPr>
        </p:nvSpPr>
        <p:spPr bwMode="auto">
          <a:xfrm>
            <a:off x="227568" y="1227771"/>
            <a:ext cx="846534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spcBef>
                <a:spcPct val="0"/>
              </a:spcBef>
              <a:spcAft>
                <a:spcPct val="0"/>
              </a:spcAft>
              <a:buClrTx/>
              <a:buSzTx/>
              <a:buNone/>
            </a:pPr>
            <a:r>
              <a:rPr lang="en-GB" sz="1800" dirty="0"/>
              <a:t>	In this project, multiple machine learning models were implemented to predict weather conditions using historical data. All models followed the same preprocessing and training pipeline to ensure a fair comparison. Based on the evaluation results, ensemble based models performed better, with Random Forest achieving the highest accuracy. Overall, the project has successfully reached the model training and comparison stage and is progressing as planned.</a:t>
            </a:r>
            <a:r>
              <a:rPr lang="en-IN" sz="1800" dirty="0"/>
              <a: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ctor" panose="020B0604020202020204" charset="0"/>
            </a:endParaRPr>
          </a:p>
        </p:txBody>
      </p:sp>
    </p:spTree>
    <p:extLst>
      <p:ext uri="{BB962C8B-B14F-4D97-AF65-F5344CB8AC3E}">
        <p14:creationId xmlns:p14="http://schemas.microsoft.com/office/powerpoint/2010/main" val="2099701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42"/>
          <p:cNvSpPr txBox="1">
            <a:spLocks noGrp="1"/>
          </p:cNvSpPr>
          <p:nvPr>
            <p:ph type="title"/>
          </p:nvPr>
        </p:nvSpPr>
        <p:spPr>
          <a:xfrm>
            <a:off x="2347950" y="539501"/>
            <a:ext cx="4448100" cy="94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Thanks!</a:t>
            </a:r>
            <a:endParaRPr dirty="0"/>
          </a:p>
        </p:txBody>
      </p:sp>
      <p:sp>
        <p:nvSpPr>
          <p:cNvPr id="1215" name="Google Shape;1215;p42"/>
          <p:cNvSpPr txBox="1">
            <a:spLocks noGrp="1"/>
          </p:cNvSpPr>
          <p:nvPr>
            <p:ph type="subTitle" idx="1"/>
          </p:nvPr>
        </p:nvSpPr>
        <p:spPr>
          <a:xfrm>
            <a:off x="2347900" y="1369800"/>
            <a:ext cx="4448100" cy="130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b="1" dirty="0"/>
              <a:t>Do you have any questions?</a:t>
            </a:r>
            <a:endParaRPr sz="1800" b="1" dirty="0"/>
          </a:p>
          <a:p>
            <a:pPr marL="0" lvl="0" indent="0" algn="ctr" rtl="0">
              <a:spcBef>
                <a:spcPts val="1000"/>
              </a:spcBef>
              <a:spcAft>
                <a:spcPts val="0"/>
              </a:spcAft>
              <a:buNone/>
            </a:pPr>
            <a:endParaRPr dirty="0"/>
          </a:p>
        </p:txBody>
      </p:sp>
    </p:spTree>
  </p:cSld>
  <p:clrMapOvr>
    <a:masterClrMapping/>
  </p:clrMapOvr>
</p:sld>
</file>

<file path=ppt/theme/theme1.xml><?xml version="1.0" encoding="utf-8"?>
<a:theme xmlns:a="http://schemas.openxmlformats.org/drawingml/2006/main" name="Hurricane, Cyclone and Typhoon Lesson for Elementary by Slidesgo">
  <a:themeElements>
    <a:clrScheme name="Simple Light">
      <a:dk1>
        <a:srgbClr val="262F41"/>
      </a:dk1>
      <a:lt1>
        <a:srgbClr val="ECF0F8"/>
      </a:lt1>
      <a:dk2>
        <a:srgbClr val="36445F"/>
      </a:dk2>
      <a:lt2>
        <a:srgbClr val="92AAD6"/>
      </a:lt2>
      <a:accent1>
        <a:srgbClr val="C9D6F0"/>
      </a:accent1>
      <a:accent2>
        <a:srgbClr val="C58A23"/>
      </a:accent2>
      <a:accent3>
        <a:srgbClr val="FABD53"/>
      </a:accent3>
      <a:accent4>
        <a:srgbClr val="A3B557"/>
      </a:accent4>
      <a:accent5>
        <a:srgbClr val="DC6944"/>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TotalTime>
  <Words>259</Words>
  <Application>Microsoft Office PowerPoint</Application>
  <PresentationFormat>On-screen Show (16:9)</PresentationFormat>
  <Paragraphs>60</Paragraphs>
  <Slides>10</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Alata</vt:lpstr>
      <vt:lpstr>Actor</vt:lpstr>
      <vt:lpstr>Lato</vt:lpstr>
      <vt:lpstr>Arial</vt:lpstr>
      <vt:lpstr>Darker Grotesque SemiBold</vt:lpstr>
      <vt:lpstr>Bebas Neue</vt:lpstr>
      <vt:lpstr>Hurricane, Cyclone and Typhoon Lesson for Elementary by Slidesgo</vt:lpstr>
      <vt:lpstr>Weather Prediction Using Machine Learning </vt:lpstr>
      <vt:lpstr>Project Objective</vt:lpstr>
      <vt:lpstr>Work Completed So Far</vt:lpstr>
      <vt:lpstr>Dataset &amp; Target</vt:lpstr>
      <vt:lpstr>Preprocessing &amp; Feature Engineering</vt:lpstr>
      <vt:lpstr>Common Training Pipeline</vt:lpstr>
      <vt:lpstr>Model Performance Comparison</vt:lpstr>
      <vt:lpstr>Key Observations &amp; Current Progress</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amitp_s2vptkn</dc:creator>
  <cp:lastModifiedBy>amitpawar2524@gmail.com</cp:lastModifiedBy>
  <cp:revision>11</cp:revision>
  <dcterms:modified xsi:type="dcterms:W3CDTF">2026-02-10T01:46:34Z</dcterms:modified>
</cp:coreProperties>
</file>